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5" r:id="rId13"/>
    <p:sldId id="266" r:id="rId15"/>
    <p:sldId id="267" r:id="rId16"/>
    <p:sldId id="268" r:id="rId17"/>
    <p:sldId id="269" r:id="rId18"/>
    <p:sldId id="270" r:id="rId19"/>
    <p:sldId id="272" r:id="rId20"/>
  </p:sldIdLst>
  <p:sldSz cx="12192000" cy="6858000"/>
  <p:notesSz cx="6858000" cy="9144000"/>
  <p:embeddedFontLst>
    <p:embeddedFont>
      <p:font typeface="Source Han Sans" panose="020B0400000000000000" charset="-122"/>
      <p:regular r:id="rId25"/>
    </p:embeddedFont>
    <p:embeddedFont>
      <p:font typeface="Source Han Serif SC Bold" panose="02020700000000000000" charset="-122"/>
      <p:bold r:id="rId26"/>
    </p:embeddedFont>
    <p:embeddedFont>
      <p:font typeface="OPPOSans B" panose="00020600040101010101" charset="-122"/>
      <p:regular r:id="rId27"/>
    </p:embeddedFont>
    <p:embeddedFont>
      <p:font typeface="Source Han Sans CN Bold" panose="020B0800000000000000" charset="-122"/>
      <p:bold r:id="rId28"/>
    </p:embeddedFont>
    <p:embeddedFont>
      <p:font typeface="OPPOSans H" panose="00020600040101010101" charset="-122"/>
      <p:regular r:id="rId29"/>
    </p:embeddedFont>
    <p:embeddedFont>
      <p:font typeface="等线" panose="02010600030101010101" charset="-122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r>
              <a:rPr lang="en-US" altLang="zh-CN"/>
              <a:t>2024/12/16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.png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83837"/>
            <a:ext cx="10886435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88425" y="4983732"/>
            <a:ext cx="2039031" cy="49711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87947" y="4977136"/>
            <a:ext cx="497114" cy="497114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106633" y="5085011"/>
            <a:ext cx="259743" cy="28136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423877" y="5094432"/>
            <a:ext cx="717908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zh-CN" altLang="en-US"/>
              <a:t>黄少</a:t>
            </a:r>
            <a:r>
              <a:rPr kumimoji="1" lang="zh-CN" altLang="en-US"/>
              <a:t>伟</a:t>
            </a:r>
            <a:endParaRPr kumimoji="1" lang="zh-CN" altLang="en-US"/>
          </a:p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593318" y="5002992"/>
            <a:ext cx="941322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741241" y="4977136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540762" y="4977136"/>
            <a:ext cx="497114" cy="497114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666890" y="5098387"/>
            <a:ext cx="244857" cy="254611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844733" y="5000603"/>
            <a:ext cx="868950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2025.6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219965" y="5008129"/>
            <a:ext cx="896071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时间：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270758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471697" y="1007628"/>
            <a:ext cx="5740500" cy="4853236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74300" y="2272884"/>
            <a:ext cx="5477200" cy="185793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电商销售数据分析与预测代码总结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87450" y="4287697"/>
            <a:ext cx="5499996" cy="390932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083786" y="4362556"/>
            <a:ext cx="5026621" cy="25225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25" name="标题 1"/>
          <p:cNvCxnSpPr/>
          <p:nvPr/>
        </p:nvCxnSpPr>
        <p:spPr>
          <a:xfrm>
            <a:off x="3546297" y="4489376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26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flipH="1">
            <a:off x="974298" y="2208043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929215" y="2379354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696513"/>
            <a:ext cx="2520044" cy="252004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765289" y="1585603"/>
            <a:ext cx="2768600" cy="4572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Catalo</a:t>
            </a: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gue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376814" y="1692001"/>
            <a:ext cx="979986" cy="38367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目录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 flipH="1">
            <a:off x="1803389" y="2210910"/>
            <a:ext cx="455865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>
            <a:off x="8134900" y="3029400"/>
            <a:ext cx="33840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数据读取与预处理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702595" y="2973255"/>
            <a:ext cx="3937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2.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432748" y="2973255"/>
            <a:ext cx="3937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1.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853824" y="3029400"/>
            <a:ext cx="33840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项目初始化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134900" y="3977392"/>
            <a:ext cx="33840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机器学习建模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853824" y="3977392"/>
            <a:ext cx="33840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数据分析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432748" y="3907898"/>
            <a:ext cx="3937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3.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702595" y="3907898"/>
            <a:ext cx="3937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4.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853824" y="4925383"/>
            <a:ext cx="33840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模型应用与保存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432748" y="4855889"/>
            <a:ext cx="3937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5.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96537"/>
            <a:ext cx="10860087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741241" y="5273521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57113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0193" y="4938163"/>
            <a:ext cx="5499996" cy="355393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6529" y="5006216"/>
            <a:ext cx="3756621" cy="22932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589839" y="5121508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658763" y="701490"/>
            <a:ext cx="6388814" cy="5401345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" name="标题 1"/>
          <p:cNvSpPr txBox="1"/>
          <p:nvPr/>
        </p:nvSpPr>
        <p:spPr>
          <a:xfrm>
            <a:off x="948897" y="2088757"/>
            <a:ext cx="2496683" cy="105651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363930" y="1117520"/>
            <a:ext cx="2043805" cy="20277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01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1600" y="3074513"/>
            <a:ext cx="5617569" cy="171621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项目初始化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974298" y="2010316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41915" y="2181627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2361532" y="3046133"/>
            <a:ext cx="7456236" cy="2520478"/>
          </a:xfrm>
          <a:prstGeom prst="roundRect">
            <a:avLst>
              <a:gd name="adj" fmla="val 862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315452" y="1613826"/>
            <a:ext cx="1548392" cy="1654192"/>
          </a:xfrm>
          <a:custGeom>
            <a:avLst/>
            <a:gdLst>
              <a:gd name="connsiteX0" fmla="*/ 258071 w 1548392"/>
              <a:gd name="connsiteY0" fmla="*/ 0 h 1654192"/>
              <a:gd name="connsiteX1" fmla="*/ 1290321 w 1548392"/>
              <a:gd name="connsiteY1" fmla="*/ 0 h 1654192"/>
              <a:gd name="connsiteX2" fmla="*/ 1548392 w 1548392"/>
              <a:gd name="connsiteY2" fmla="*/ 239888 h 1654192"/>
              <a:gd name="connsiteX3" fmla="*/ 1548392 w 1548392"/>
              <a:gd name="connsiteY3" fmla="*/ 1199409 h 1654192"/>
              <a:gd name="connsiteX4" fmla="*/ 1290321 w 1548392"/>
              <a:gd name="connsiteY4" fmla="*/ 1439297 h 1654192"/>
              <a:gd name="connsiteX5" fmla="*/ 997316 w 1548392"/>
              <a:gd name="connsiteY5" fmla="*/ 1439297 h 1654192"/>
              <a:gd name="connsiteX6" fmla="*/ 766132 w 1548392"/>
              <a:gd name="connsiteY6" fmla="*/ 1654192 h 1654192"/>
              <a:gd name="connsiteX7" fmla="*/ 534948 w 1548392"/>
              <a:gd name="connsiteY7" fmla="*/ 1439297 h 1654192"/>
              <a:gd name="connsiteX8" fmla="*/ 258071 w 1548392"/>
              <a:gd name="connsiteY8" fmla="*/ 1439297 h 1654192"/>
              <a:gd name="connsiteX9" fmla="*/ 0 w 1548392"/>
              <a:gd name="connsiteY9" fmla="*/ 1199409 h 1654192"/>
              <a:gd name="connsiteX10" fmla="*/ 0 w 1548392"/>
              <a:gd name="connsiteY10" fmla="*/ 988491 h 1654192"/>
              <a:gd name="connsiteX11" fmla="*/ 225683 w 1548392"/>
              <a:gd name="connsiteY11" fmla="*/ 762808 h 1654192"/>
              <a:gd name="connsiteX12" fmla="*/ 0 w 1548392"/>
              <a:gd name="connsiteY12" fmla="*/ 537125 h 1654192"/>
              <a:gd name="connsiteX13" fmla="*/ 0 w 1548392"/>
              <a:gd name="connsiteY13" fmla="*/ 239888 h 1654192"/>
              <a:gd name="connsiteX14" fmla="*/ 258071 w 1548392"/>
              <a:gd name="connsiteY14" fmla="*/ 0 h 1654192"/>
            </a:gdLst>
            <a:ahLst/>
            <a:cxnLst/>
            <a:rect l="l" t="t" r="r" b="b"/>
            <a:pathLst>
              <a:path w="1548392" h="1654192">
                <a:moveTo>
                  <a:pt x="258071" y="0"/>
                </a:moveTo>
                <a:lnTo>
                  <a:pt x="1290321" y="0"/>
                </a:lnTo>
                <a:cubicBezTo>
                  <a:pt x="1432850" y="0"/>
                  <a:pt x="1548392" y="107402"/>
                  <a:pt x="1548392" y="239888"/>
                </a:cubicBezTo>
                <a:lnTo>
                  <a:pt x="1548392" y="1199409"/>
                </a:lnTo>
                <a:cubicBezTo>
                  <a:pt x="1548392" y="1331895"/>
                  <a:pt x="1432850" y="1439297"/>
                  <a:pt x="1290321" y="1439297"/>
                </a:cubicBezTo>
                <a:lnTo>
                  <a:pt x="997316" y="1439297"/>
                </a:lnTo>
                <a:cubicBezTo>
                  <a:pt x="997316" y="1557980"/>
                  <a:pt x="893811" y="1654192"/>
                  <a:pt x="766132" y="1654192"/>
                </a:cubicBezTo>
                <a:cubicBezTo>
                  <a:pt x="638453" y="1654192"/>
                  <a:pt x="534948" y="1557980"/>
                  <a:pt x="534948" y="1439297"/>
                </a:cubicBezTo>
                <a:lnTo>
                  <a:pt x="258071" y="1439297"/>
                </a:lnTo>
                <a:cubicBezTo>
                  <a:pt x="115542" y="1439297"/>
                  <a:pt x="0" y="1331895"/>
                  <a:pt x="0" y="1199409"/>
                </a:cubicBezTo>
                <a:lnTo>
                  <a:pt x="0" y="988491"/>
                </a:lnTo>
                <a:cubicBezTo>
                  <a:pt x="124641" y="988491"/>
                  <a:pt x="225683" y="887449"/>
                  <a:pt x="225683" y="762808"/>
                </a:cubicBezTo>
                <a:cubicBezTo>
                  <a:pt x="225683" y="638167"/>
                  <a:pt x="124641" y="537125"/>
                  <a:pt x="0" y="537125"/>
                </a:cubicBezTo>
                <a:lnTo>
                  <a:pt x="0" y="239888"/>
                </a:lnTo>
                <a:cubicBezTo>
                  <a:pt x="0" y="107402"/>
                  <a:pt x="115542" y="0"/>
                  <a:pt x="258071" y="0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418293" y="1742209"/>
            <a:ext cx="1342712" cy="107126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762608" y="3396401"/>
            <a:ext cx="6654084" cy="19222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创建并配置SparkSession，设置日志级别，为后续数据处理和分析做准备。
python
spark = SparkSession.builder .appName("EcommerceSalesAnalysisWithML") .config("spark.dynamicAllocation.enabled", "true") .config("spark.shuffle.service.enabled", "true") .getOrCreate()
spark.sparkContext.setLogLevel("WARN")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SparkSession创建与配置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2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96537"/>
            <a:ext cx="10860087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741241" y="5273521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57113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0193" y="4938163"/>
            <a:ext cx="5499996" cy="355393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6529" y="5006216"/>
            <a:ext cx="3756621" cy="22932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589839" y="5121508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658763" y="701490"/>
            <a:ext cx="6388814" cy="5401345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" name="标题 1"/>
          <p:cNvSpPr txBox="1"/>
          <p:nvPr/>
        </p:nvSpPr>
        <p:spPr>
          <a:xfrm>
            <a:off x="948897" y="2088757"/>
            <a:ext cx="2496683" cy="105651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363930" y="1117520"/>
            <a:ext cx="2043805" cy="20277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02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1600" y="3074513"/>
            <a:ext cx="5617569" cy="171621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数据读取与预处理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974298" y="2010316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41915" y="2181627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7977155" y="0"/>
            <a:ext cx="4214845" cy="3683000"/>
          </a:xfrm>
          <a:custGeom>
            <a:avLst/>
            <a:gdLst>
              <a:gd name="connsiteX0" fmla="*/ 4931459 w 6169475"/>
              <a:gd name="connsiteY0" fmla="*/ 0 h 5390987"/>
              <a:gd name="connsiteX1" fmla="*/ 6163908 w 6169475"/>
              <a:gd name="connsiteY1" fmla="*/ 155256 h 5390987"/>
              <a:gd name="connsiteX2" fmla="*/ 6169475 w 6169475"/>
              <a:gd name="connsiteY2" fmla="*/ 156837 h 5390987"/>
              <a:gd name="connsiteX3" fmla="*/ 6169475 w 6169475"/>
              <a:gd name="connsiteY3" fmla="*/ 2127130 h 5390987"/>
              <a:gd name="connsiteX4" fmla="*/ 6125148 w 6169475"/>
              <a:gd name="connsiteY4" fmla="*/ 2105777 h 5390987"/>
              <a:gd name="connsiteX5" fmla="*/ 4931459 w 6169475"/>
              <a:gd name="connsiteY5" fmla="*/ 1864782 h 5390987"/>
              <a:gd name="connsiteX6" fmla="*/ 1864783 w 6169475"/>
              <a:gd name="connsiteY6" fmla="*/ 4931459 h 5390987"/>
              <a:gd name="connsiteX7" fmla="*/ 1880616 w 6169475"/>
              <a:gd name="connsiteY7" fmla="*/ 5245009 h 5390987"/>
              <a:gd name="connsiteX8" fmla="*/ 1902894 w 6169475"/>
              <a:gd name="connsiteY8" fmla="*/ 5390987 h 5390987"/>
              <a:gd name="connsiteX9" fmla="*/ 22063 w 6169475"/>
              <a:gd name="connsiteY9" fmla="*/ 5390987 h 5390987"/>
              <a:gd name="connsiteX10" fmla="*/ 6417 w 6169475"/>
              <a:gd name="connsiteY10" fmla="*/ 5185232 h 5390987"/>
              <a:gd name="connsiteX11" fmla="*/ 0 w 6169475"/>
              <a:gd name="connsiteY11" fmla="*/ 4931459 h 5390987"/>
              <a:gd name="connsiteX12" fmla="*/ 4931459 w 6169475"/>
              <a:gd name="connsiteY12" fmla="*/ 0 h 5390987"/>
            </a:gdLst>
            <a:ahLst/>
            <a:cxnLst/>
            <a:rect l="l" t="t" r="r" b="b"/>
            <a:pathLst>
              <a:path w="6169475" h="5390987">
                <a:moveTo>
                  <a:pt x="4931459" y="0"/>
                </a:moveTo>
                <a:cubicBezTo>
                  <a:pt x="5357017" y="0"/>
                  <a:pt x="5769985" y="53904"/>
                  <a:pt x="6163908" y="155256"/>
                </a:cubicBezTo>
                <a:lnTo>
                  <a:pt x="6169475" y="156837"/>
                </a:lnTo>
                <a:lnTo>
                  <a:pt x="6169475" y="2127130"/>
                </a:lnTo>
                <a:lnTo>
                  <a:pt x="6125148" y="2105777"/>
                </a:lnTo>
                <a:cubicBezTo>
                  <a:pt x="5758256" y="1950595"/>
                  <a:pt x="5354879" y="1864782"/>
                  <a:pt x="4931459" y="1864782"/>
                </a:cubicBezTo>
                <a:cubicBezTo>
                  <a:pt x="3237780" y="1864782"/>
                  <a:pt x="1864783" y="3237780"/>
                  <a:pt x="1864783" y="4931459"/>
                </a:cubicBezTo>
                <a:cubicBezTo>
                  <a:pt x="1864783" y="5037314"/>
                  <a:pt x="1870146" y="5141916"/>
                  <a:pt x="1880616" y="5245009"/>
                </a:cubicBezTo>
                <a:lnTo>
                  <a:pt x="1902894" y="5390987"/>
                </a:lnTo>
                <a:lnTo>
                  <a:pt x="22063" y="5390987"/>
                </a:lnTo>
                <a:lnTo>
                  <a:pt x="6417" y="5185232"/>
                </a:lnTo>
                <a:cubicBezTo>
                  <a:pt x="2157" y="5101179"/>
                  <a:pt x="0" y="5016571"/>
                  <a:pt x="0" y="4931459"/>
                </a:cubicBezTo>
                <a:cubicBezTo>
                  <a:pt x="0" y="2207889"/>
                  <a:pt x="2207889" y="0"/>
                  <a:pt x="493145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1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-386998" y="3060227"/>
            <a:ext cx="6551100" cy="5693960"/>
          </a:xfrm>
          <a:custGeom>
            <a:avLst/>
            <a:gdLst>
              <a:gd name="connsiteX0" fmla="*/ 0 w 7205426"/>
              <a:gd name="connsiteY0" fmla="*/ 0 h 6262674"/>
              <a:gd name="connsiteX1" fmla="*/ 7205426 w 7205426"/>
              <a:gd name="connsiteY1" fmla="*/ 0 h 6262674"/>
              <a:gd name="connsiteX2" fmla="*/ 7205426 w 7205426"/>
              <a:gd name="connsiteY2" fmla="*/ 6235191 h 6262674"/>
              <a:gd name="connsiteX3" fmla="*/ 7011887 w 7205426"/>
              <a:gd name="connsiteY3" fmla="*/ 6251752 h 6262674"/>
              <a:gd name="connsiteX4" fmla="*/ 6627840 w 7205426"/>
              <a:gd name="connsiteY4" fmla="*/ 6262674 h 6262674"/>
              <a:gd name="connsiteX5" fmla="*/ 21967 w 7205426"/>
              <a:gd name="connsiteY5" fmla="*/ 291923 h 6262674"/>
            </a:gdLst>
            <a:ahLst/>
            <a:cxnLst/>
            <a:rect l="l" t="t" r="r" b="b"/>
            <a:pathLst>
              <a:path w="7205426" h="6262674">
                <a:moveTo>
                  <a:pt x="0" y="0"/>
                </a:moveTo>
                <a:lnTo>
                  <a:pt x="7205426" y="0"/>
                </a:lnTo>
                <a:lnTo>
                  <a:pt x="7205426" y="6235191"/>
                </a:lnTo>
                <a:lnTo>
                  <a:pt x="7011887" y="6251752"/>
                </a:lnTo>
                <a:cubicBezTo>
                  <a:pt x="6884795" y="6259001"/>
                  <a:pt x="6756747" y="6262674"/>
                  <a:pt x="6627840" y="6262674"/>
                </a:cubicBezTo>
                <a:cubicBezTo>
                  <a:pt x="3186755" y="6262674"/>
                  <a:pt x="357119" y="3644746"/>
                  <a:pt x="21967" y="291923"/>
                </a:cubicBezTo>
                <a:close/>
              </a:path>
            </a:pathLst>
          </a:custGeom>
          <a:noFill/>
          <a:ln w="12700" cap="sq">
            <a:gradFill>
              <a:gsLst>
                <a:gs pos="51000">
                  <a:schemeClr val="accent1">
                    <a:alpha val="0"/>
                  </a:schemeClr>
                </a:gs>
                <a:gs pos="80000">
                  <a:schemeClr val="accent1"/>
                </a:gs>
              </a:gsLst>
              <a:lin ang="81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0" y="3429000"/>
            <a:ext cx="5351741" cy="3429000"/>
          </a:xfrm>
          <a:custGeom>
            <a:avLst/>
            <a:gdLst>
              <a:gd name="connsiteX0" fmla="*/ 5351741 w 5351741"/>
              <a:gd name="connsiteY0" fmla="*/ 0 h 3429000"/>
              <a:gd name="connsiteX1" fmla="*/ 68062 w 5351741"/>
              <a:gd name="connsiteY1" fmla="*/ 3275944 h 3429000"/>
              <a:gd name="connsiteX2" fmla="*/ 0 w 5351741"/>
              <a:gd name="connsiteY2" fmla="*/ 3429000 h 3429000"/>
              <a:gd name="connsiteX3" fmla="*/ 5351741 w 5351741"/>
              <a:gd name="connsiteY3" fmla="*/ 3429000 h 3429000"/>
            </a:gdLst>
            <a:ahLst/>
            <a:cxnLst/>
            <a:rect l="l" t="t" r="r" b="b"/>
            <a:pathLst>
              <a:path w="5351741" h="3429000">
                <a:moveTo>
                  <a:pt x="5351741" y="0"/>
                </a:moveTo>
                <a:cubicBezTo>
                  <a:pt x="3036511" y="0"/>
                  <a:pt x="1032928" y="1334338"/>
                  <a:pt x="68062" y="3275944"/>
                </a:cubicBezTo>
                <a:lnTo>
                  <a:pt x="0" y="3429000"/>
                </a:lnTo>
                <a:lnTo>
                  <a:pt x="5351741" y="3429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810000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71661" y="1740543"/>
            <a:ext cx="8728870" cy="4174481"/>
          </a:xfrm>
          <a:prstGeom prst="roundRect">
            <a:avLst>
              <a:gd name="adj" fmla="val 5504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203092" y="1878642"/>
            <a:ext cx="154966" cy="154965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691470" y="1576022"/>
            <a:ext cx="8666588" cy="4165448"/>
          </a:xfrm>
          <a:custGeom>
            <a:avLst/>
            <a:gdLst>
              <a:gd name="connsiteX0" fmla="*/ 4654312 w 8666588"/>
              <a:gd name="connsiteY0" fmla="*/ 1 h 4165448"/>
              <a:gd name="connsiteX1" fmla="*/ 4656297 w 8666588"/>
              <a:gd name="connsiteY1" fmla="*/ 1 h 4165448"/>
              <a:gd name="connsiteX2" fmla="*/ 4656440 w 8666588"/>
              <a:gd name="connsiteY2" fmla="*/ 463 h 4165448"/>
              <a:gd name="connsiteX3" fmla="*/ 2705599 w 8666588"/>
              <a:gd name="connsiteY3" fmla="*/ 0 h 4165448"/>
              <a:gd name="connsiteX4" fmla="*/ 2705604 w 8666588"/>
              <a:gd name="connsiteY4" fmla="*/ 1 h 4165448"/>
              <a:gd name="connsiteX5" fmla="*/ 2711599 w 8666588"/>
              <a:gd name="connsiteY5" fmla="*/ 1 h 4165448"/>
              <a:gd name="connsiteX6" fmla="*/ 2711598 w 8666588"/>
              <a:gd name="connsiteY6" fmla="*/ 1 h 4165448"/>
              <a:gd name="connsiteX7" fmla="*/ 2711599 w 8666588"/>
              <a:gd name="connsiteY7" fmla="*/ 1 h 4165448"/>
              <a:gd name="connsiteX8" fmla="*/ 2711599 w 8666588"/>
              <a:gd name="connsiteY8" fmla="*/ 1 h 4165448"/>
              <a:gd name="connsiteX9" fmla="*/ 2713583 w 8666588"/>
              <a:gd name="connsiteY9" fmla="*/ 1 h 4165448"/>
              <a:gd name="connsiteX10" fmla="*/ 2713583 w 8666588"/>
              <a:gd name="connsiteY10" fmla="*/ 1 h 4165448"/>
              <a:gd name="connsiteX11" fmla="*/ 4648308 w 8666588"/>
              <a:gd name="connsiteY11" fmla="*/ 1 h 4165448"/>
              <a:gd name="connsiteX12" fmla="*/ 4648312 w 8666588"/>
              <a:gd name="connsiteY12" fmla="*/ 0 h 4165448"/>
              <a:gd name="connsiteX13" fmla="*/ 4648317 w 8666588"/>
              <a:gd name="connsiteY13" fmla="*/ 1 h 4165448"/>
              <a:gd name="connsiteX14" fmla="*/ 4654312 w 8666588"/>
              <a:gd name="connsiteY14" fmla="*/ 1 h 4165448"/>
              <a:gd name="connsiteX15" fmla="*/ 4651328 w 8666588"/>
              <a:gd name="connsiteY15" fmla="*/ 648 h 4165448"/>
              <a:gd name="connsiteX16" fmla="*/ 4703667 w 8666588"/>
              <a:gd name="connsiteY16" fmla="*/ 11893 h 4165448"/>
              <a:gd name="connsiteX17" fmla="*/ 4748869 w 8666588"/>
              <a:gd name="connsiteY17" fmla="*/ 44324 h 4165448"/>
              <a:gd name="connsiteX18" fmla="*/ 4776501 w 8666588"/>
              <a:gd name="connsiteY18" fmla="*/ 87937 h 4165448"/>
              <a:gd name="connsiteX19" fmla="*/ 4776283 w 8666588"/>
              <a:gd name="connsiteY19" fmla="*/ 86777 h 4165448"/>
              <a:gd name="connsiteX20" fmla="*/ 4773909 w 8666588"/>
              <a:gd name="connsiteY20" fmla="*/ 82998 h 4165448"/>
              <a:gd name="connsiteX21" fmla="*/ 4775005 w 8666588"/>
              <a:gd name="connsiteY21" fmla="*/ 82593 h 4165448"/>
              <a:gd name="connsiteX22" fmla="*/ 4777668 w 8666588"/>
              <a:gd name="connsiteY22" fmla="*/ 89780 h 4165448"/>
              <a:gd name="connsiteX23" fmla="*/ 4779346 w 8666588"/>
              <a:gd name="connsiteY23" fmla="*/ 92428 h 4165448"/>
              <a:gd name="connsiteX24" fmla="*/ 4780077 w 8666588"/>
              <a:gd name="connsiteY24" fmla="*/ 96279 h 4165448"/>
              <a:gd name="connsiteX25" fmla="*/ 4884997 w 8666588"/>
              <a:gd name="connsiteY25" fmla="*/ 379464 h 4165448"/>
              <a:gd name="connsiteX26" fmla="*/ 5107677 w 8666588"/>
              <a:gd name="connsiteY26" fmla="*/ 541629 h 4165448"/>
              <a:gd name="connsiteX27" fmla="*/ 6510646 w 8666588"/>
              <a:gd name="connsiteY27" fmla="*/ 541629 h 4165448"/>
              <a:gd name="connsiteX28" fmla="*/ 6510646 w 8666588"/>
              <a:gd name="connsiteY28" fmla="*/ 542323 h 4165448"/>
              <a:gd name="connsiteX29" fmla="*/ 6529976 w 8666588"/>
              <a:gd name="connsiteY29" fmla="*/ 542323 h 4165448"/>
              <a:gd name="connsiteX30" fmla="*/ 6541185 w 8666588"/>
              <a:gd name="connsiteY30" fmla="*/ 543432 h 4165448"/>
              <a:gd name="connsiteX31" fmla="*/ 8462121 w 8666588"/>
              <a:gd name="connsiteY31" fmla="*/ 543432 h 4165448"/>
              <a:gd name="connsiteX32" fmla="*/ 8666588 w 8666588"/>
              <a:gd name="connsiteY32" fmla="*/ 747899 h 4165448"/>
              <a:gd name="connsiteX33" fmla="*/ 8666588 w 8666588"/>
              <a:gd name="connsiteY33" fmla="*/ 3951458 h 4165448"/>
              <a:gd name="connsiteX34" fmla="*/ 8462121 w 8666588"/>
              <a:gd name="connsiteY34" fmla="*/ 4155925 h 4165448"/>
              <a:gd name="connsiteX35" fmla="*/ 6731635 w 8666588"/>
              <a:gd name="connsiteY35" fmla="*/ 4155925 h 4165448"/>
              <a:gd name="connsiteX36" fmla="*/ 6685617 w 8666588"/>
              <a:gd name="connsiteY36" fmla="*/ 4165448 h 4165448"/>
              <a:gd name="connsiteX37" fmla="*/ 4742904 w 8666588"/>
              <a:gd name="connsiteY37" fmla="*/ 4165448 h 4165448"/>
              <a:gd name="connsiteX38" fmla="*/ 2107247 w 8666588"/>
              <a:gd name="connsiteY38" fmla="*/ 4165448 h 4165448"/>
              <a:gd name="connsiteX39" fmla="*/ 164534 w 8666588"/>
              <a:gd name="connsiteY39" fmla="*/ 4165448 h 4165448"/>
              <a:gd name="connsiteX40" fmla="*/ 0 w 8666588"/>
              <a:gd name="connsiteY40" fmla="*/ 3996799 h 4165448"/>
              <a:gd name="connsiteX41" fmla="*/ 0 w 8666588"/>
              <a:gd name="connsiteY41" fmla="*/ 3808295 h 4165448"/>
              <a:gd name="connsiteX42" fmla="*/ 0 w 8666588"/>
              <a:gd name="connsiteY42" fmla="*/ 915322 h 4165448"/>
              <a:gd name="connsiteX43" fmla="*/ 0 w 8666588"/>
              <a:gd name="connsiteY43" fmla="*/ 346258 h 4165448"/>
              <a:gd name="connsiteX44" fmla="*/ 322603 w 8666588"/>
              <a:gd name="connsiteY44" fmla="*/ 1 h 4165448"/>
              <a:gd name="connsiteX45" fmla="*/ 2705594 w 8666588"/>
              <a:gd name="connsiteY45" fmla="*/ 1 h 4165448"/>
            </a:gdLst>
            <a:ahLst/>
            <a:cxnLst/>
            <a:rect l="l" t="t" r="r" b="b"/>
            <a:pathLst>
              <a:path w="8666588" h="4165448">
                <a:moveTo>
                  <a:pt x="4654312" y="1"/>
                </a:moveTo>
                <a:lnTo>
                  <a:pt x="4656297" y="1"/>
                </a:lnTo>
                <a:lnTo>
                  <a:pt x="4656440" y="463"/>
                </a:lnTo>
                <a:close/>
                <a:moveTo>
                  <a:pt x="2705599" y="0"/>
                </a:moveTo>
                <a:lnTo>
                  <a:pt x="2705604" y="1"/>
                </a:lnTo>
                <a:lnTo>
                  <a:pt x="2711599" y="1"/>
                </a:lnTo>
                <a:lnTo>
                  <a:pt x="2711598" y="1"/>
                </a:lnTo>
                <a:lnTo>
                  <a:pt x="2711599" y="1"/>
                </a:lnTo>
                <a:lnTo>
                  <a:pt x="2711599" y="1"/>
                </a:lnTo>
                <a:lnTo>
                  <a:pt x="2713583" y="1"/>
                </a:lnTo>
                <a:lnTo>
                  <a:pt x="2713583" y="1"/>
                </a:lnTo>
                <a:lnTo>
                  <a:pt x="4648308" y="1"/>
                </a:lnTo>
                <a:lnTo>
                  <a:pt x="4648312" y="0"/>
                </a:lnTo>
                <a:lnTo>
                  <a:pt x="4648317" y="1"/>
                </a:lnTo>
                <a:lnTo>
                  <a:pt x="4654312" y="1"/>
                </a:lnTo>
                <a:lnTo>
                  <a:pt x="4651328" y="648"/>
                </a:lnTo>
                <a:lnTo>
                  <a:pt x="4703667" y="11893"/>
                </a:lnTo>
                <a:cubicBezTo>
                  <a:pt x="4720680" y="19550"/>
                  <a:pt x="4736002" y="30632"/>
                  <a:pt x="4748869" y="44324"/>
                </a:cubicBezTo>
                <a:lnTo>
                  <a:pt x="4776501" y="87937"/>
                </a:lnTo>
                <a:lnTo>
                  <a:pt x="4776283" y="86777"/>
                </a:lnTo>
                <a:lnTo>
                  <a:pt x="4773909" y="82998"/>
                </a:lnTo>
                <a:lnTo>
                  <a:pt x="4775005" y="82593"/>
                </a:lnTo>
                <a:lnTo>
                  <a:pt x="4777668" y="89780"/>
                </a:lnTo>
                <a:lnTo>
                  <a:pt x="4779346" y="92428"/>
                </a:lnTo>
                <a:lnTo>
                  <a:pt x="4780077" y="96279"/>
                </a:lnTo>
                <a:lnTo>
                  <a:pt x="4884997" y="379464"/>
                </a:lnTo>
                <a:cubicBezTo>
                  <a:pt x="4921287" y="477410"/>
                  <a:pt x="5009469" y="541629"/>
                  <a:pt x="5107677" y="541629"/>
                </a:cubicBezTo>
                <a:lnTo>
                  <a:pt x="6510646" y="541629"/>
                </a:lnTo>
                <a:lnTo>
                  <a:pt x="6510646" y="542323"/>
                </a:lnTo>
                <a:lnTo>
                  <a:pt x="6529976" y="542323"/>
                </a:lnTo>
                <a:lnTo>
                  <a:pt x="6541185" y="543432"/>
                </a:lnTo>
                <a:lnTo>
                  <a:pt x="8462121" y="543432"/>
                </a:lnTo>
                <a:cubicBezTo>
                  <a:pt x="8575045" y="543432"/>
                  <a:pt x="8666588" y="634975"/>
                  <a:pt x="8666588" y="747899"/>
                </a:cubicBezTo>
                <a:lnTo>
                  <a:pt x="8666588" y="3951458"/>
                </a:lnTo>
                <a:cubicBezTo>
                  <a:pt x="8666588" y="4064382"/>
                  <a:pt x="8575045" y="4155925"/>
                  <a:pt x="8462121" y="4155925"/>
                </a:cubicBezTo>
                <a:lnTo>
                  <a:pt x="6731635" y="4155925"/>
                </a:lnTo>
                <a:lnTo>
                  <a:pt x="6685617" y="4165448"/>
                </a:lnTo>
                <a:lnTo>
                  <a:pt x="4742904" y="4165448"/>
                </a:lnTo>
                <a:lnTo>
                  <a:pt x="2107247" y="4165448"/>
                </a:lnTo>
                <a:lnTo>
                  <a:pt x="164534" y="4165448"/>
                </a:lnTo>
                <a:cubicBezTo>
                  <a:pt x="73664" y="4165448"/>
                  <a:pt x="0" y="4089942"/>
                  <a:pt x="0" y="3996799"/>
                </a:cubicBezTo>
                <a:lnTo>
                  <a:pt x="0" y="3808295"/>
                </a:lnTo>
                <a:lnTo>
                  <a:pt x="0" y="915322"/>
                </a:lnTo>
                <a:lnTo>
                  <a:pt x="0" y="346258"/>
                </a:lnTo>
                <a:cubicBezTo>
                  <a:pt x="0" y="155026"/>
                  <a:pt x="144434" y="1"/>
                  <a:pt x="322603" y="1"/>
                </a:cubicBezTo>
                <a:lnTo>
                  <a:pt x="2705594" y="1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50800" dist="38100" dir="10800000" algn="r" rotWithShape="0">
              <a:schemeClr val="tx1">
                <a:lumMod val="65000"/>
                <a:lumOff val="3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033027" y="2574583"/>
            <a:ext cx="127160" cy="127159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216215" y="2427977"/>
            <a:ext cx="7775510" cy="26929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从指定路径读取电商销售数据，支持HDFS和本地路径，打印数据基本信息。</a:t>
            </a:r>
            <a:endParaRPr kumimoji="1" lang="en-US" altLang="zh-CN" sz="14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/>
              <a:t>data_path = os.environ.get('DATA_PATH', "D:/E_commerce.csv")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spark.read.csv(data_path, header=True, inferSchema=True)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print("</a:t>
            </a:r>
            <a:r>
              <a:rPr kumimoji="1" lang="zh-CN" altLang="en-US"/>
              <a:t>数据基本信息：</a:t>
            </a:r>
            <a:r>
              <a:rPr kumimoji="1" lang="en-US" altLang="zh-CN"/>
              <a:t>")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df.printSchema()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print(f"</a:t>
            </a:r>
            <a:r>
              <a:rPr kumimoji="1" lang="zh-CN" altLang="en-US"/>
              <a:t>数据集行数</a:t>
            </a:r>
            <a:r>
              <a:rPr kumimoji="1" lang="en-US" altLang="zh-CN"/>
              <a:t>: {df.count()}")</a:t>
            </a:r>
            <a:endParaRPr kumimoji="1" lang="en-US" altLang="zh-CN"/>
          </a:p>
        </p:txBody>
      </p:sp>
      <p:sp>
        <p:nvSpPr>
          <p:cNvPr id="13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数据读取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5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6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3739487"/>
            <a:ext cx="4967785" cy="311851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011680" y="1925955"/>
            <a:ext cx="8530590" cy="353314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503488" y="2101515"/>
            <a:ext cx="7743322" cy="288757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45720" rIns="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将关键列转换为数值类型，对数值列填充缺失值，确保数据完整性。</a:t>
            </a:r>
            <a:endParaRPr kumimoji="1" lang="en-US" altLang="zh-CN" sz="14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df.withColumn("Sales", col("Sales").cast("double"))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df.withColumn("Quantity", col("Quantity").cast("integer"))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df.withColumn("Discount", col("Discount").cast("double"))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df.withColumn("Profit", col("Profit").cast("double"))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df.withColumn("Shipping Cost", col("Shipping Cost").cast("double"))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df = df.na.fill(0, subset=["Sales", "Quantity", "Shipping Cost", "Discount", "Profit"])</a:t>
            </a:r>
            <a:endParaRPr kumimoji="1" lang="en-US" altLang="zh-CN"/>
          </a:p>
        </p:txBody>
      </p:sp>
      <p:sp>
        <p:nvSpPr>
          <p:cNvPr id="8" name="标题 1"/>
          <p:cNvSpPr txBox="1"/>
          <p:nvPr/>
        </p:nvSpPr>
        <p:spPr>
          <a:xfrm rot="5400000">
            <a:off x="1566028" y="2076036"/>
            <a:ext cx="891668" cy="590885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miter/>
          </a:ln>
          <a:effectLst/>
        </p:spPr>
        <p:txBody>
          <a:bodyPr vert="horz" wrap="square" lIns="0" tIns="45720" rIns="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1912405" y="2424933"/>
            <a:ext cx="428052" cy="361747"/>
          </a:xfrm>
          <a:custGeom>
            <a:avLst/>
            <a:gdLst>
              <a:gd name="connsiteX0" fmla="*/ 0 w 863188"/>
              <a:gd name="connsiteY0" fmla="*/ 0 h 729482"/>
              <a:gd name="connsiteX1" fmla="*/ 267414 w 863188"/>
              <a:gd name="connsiteY1" fmla="*/ 0 h 729482"/>
              <a:gd name="connsiteX2" fmla="*/ 863188 w 863188"/>
              <a:gd name="connsiteY2" fmla="*/ 595775 h 729482"/>
              <a:gd name="connsiteX3" fmla="*/ 729481 w 863188"/>
              <a:gd name="connsiteY3" fmla="*/ 729482 h 729482"/>
            </a:gdLst>
            <a:ahLst/>
            <a:cxnLst/>
            <a:rect l="l" t="t" r="r" b="b"/>
            <a:pathLst>
              <a:path w="863188" h="729482">
                <a:moveTo>
                  <a:pt x="0" y="0"/>
                </a:moveTo>
                <a:lnTo>
                  <a:pt x="267414" y="0"/>
                </a:lnTo>
                <a:lnTo>
                  <a:pt x="863188" y="595775"/>
                </a:lnTo>
                <a:lnTo>
                  <a:pt x="729481" y="729482"/>
                </a:lnTo>
                <a:close/>
              </a:path>
            </a:pathLst>
          </a:custGeom>
          <a:solidFill>
            <a:schemeClr val="accent1"/>
          </a:solidFill>
          <a:ln w="25400" cap="sq">
            <a:noFill/>
            <a:miter/>
          </a:ln>
          <a:effectLst/>
        </p:spPr>
        <p:txBody>
          <a:bodyPr vert="horz" wrap="square" lIns="0" tIns="45720" rIns="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855535" y="2076748"/>
            <a:ext cx="332184" cy="35983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45720" rIns="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466252" y="4891314"/>
            <a:ext cx="1303347" cy="537027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数据清洗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5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96537"/>
            <a:ext cx="10860087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741241" y="5273521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57113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0193" y="4938163"/>
            <a:ext cx="5499996" cy="355393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6529" y="5006216"/>
            <a:ext cx="3756621" cy="22932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589839" y="5121508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658763" y="701490"/>
            <a:ext cx="6388814" cy="5401345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" name="标题 1"/>
          <p:cNvSpPr txBox="1"/>
          <p:nvPr/>
        </p:nvSpPr>
        <p:spPr>
          <a:xfrm>
            <a:off x="948897" y="2088757"/>
            <a:ext cx="2496683" cy="105651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363930" y="1117520"/>
            <a:ext cx="2043805" cy="20277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03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1600" y="3074513"/>
            <a:ext cx="5617569" cy="171621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数据分析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974298" y="2010316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41915" y="2181627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407285" y="1858010"/>
            <a:ext cx="7626985" cy="4759325"/>
          </a:xfrm>
          <a:prstGeom prst="roundRect">
            <a:avLst>
              <a:gd name="adj" fmla="val 5377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  <a:effectLst>
            <a:outerShdw blurRad="279400" dist="38100" dir="16200000" rotWithShape="0">
              <a:schemeClr val="accent1">
                <a:alpha val="27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907030" y="2943860"/>
            <a:ext cx="6774180" cy="382079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计算每个商品的总销售额、总销售量、总利润和折扣次数，为后续分析提供基础数据。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/>
              <a:t>product_stats = df.groupBy("Product") \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.agg(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    _sum(col("Sales")).alias("TotalSales"),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    _sum(col("Quantity")).alias("TotalQuantity"),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    _sum(col("Sales") - col("Shipping Cost")).alias("TotalProfit"),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    _sum(when(col("Discount") &gt; 0, 1).otherwise(0)).alias("DiscountCount")</a:t>
            </a:r>
            <a:endParaRPr kumimoji="1" lang="en-US" altLang="zh-CN"/>
          </a:p>
          <a:p>
            <a:pPr algn="ctr">
              <a:lnSpc>
                <a:spcPct val="150000"/>
              </a:lnSpc>
            </a:pPr>
            <a:r>
              <a:rPr kumimoji="1" lang="en-US" altLang="zh-CN"/>
              <a:t>    )</a:t>
            </a:r>
            <a:endParaRPr kumimoji="1" lang="en-US" altLang="zh-CN"/>
          </a:p>
        </p:txBody>
      </p:sp>
      <p:sp>
        <p:nvSpPr>
          <p:cNvPr id="8" name="标题 1"/>
          <p:cNvSpPr txBox="1"/>
          <p:nvPr/>
        </p:nvSpPr>
        <p:spPr>
          <a:xfrm>
            <a:off x="2423194" y="5596504"/>
            <a:ext cx="823803" cy="1021318"/>
          </a:xfrm>
          <a:custGeom>
            <a:avLst/>
            <a:gdLst>
              <a:gd name="connsiteX0" fmla="*/ 104534 w 823803"/>
              <a:gd name="connsiteY0" fmla="*/ 0 h 1021318"/>
              <a:gd name="connsiteX1" fmla="*/ 823803 w 823803"/>
              <a:gd name="connsiteY1" fmla="*/ 719269 h 1021318"/>
              <a:gd name="connsiteX2" fmla="*/ 767279 w 823803"/>
              <a:gd name="connsiteY2" fmla="*/ 999241 h 1021318"/>
              <a:gd name="connsiteX3" fmla="*/ 755296 w 823803"/>
              <a:gd name="connsiteY3" fmla="*/ 1021318 h 1021318"/>
              <a:gd name="connsiteX4" fmla="*/ 298543 w 823803"/>
              <a:gd name="connsiteY4" fmla="*/ 1021318 h 1021318"/>
              <a:gd name="connsiteX5" fmla="*/ 305608 w 823803"/>
              <a:gd name="connsiteY5" fmla="*/ 1017483 h 1021318"/>
              <a:gd name="connsiteX6" fmla="*/ 464167 w 823803"/>
              <a:gd name="connsiteY6" fmla="*/ 719269 h 1021318"/>
              <a:gd name="connsiteX7" fmla="*/ 104533 w 823803"/>
              <a:gd name="connsiteY7" fmla="*/ 359635 h 1021318"/>
              <a:gd name="connsiteX8" fmla="*/ 32055 w 823803"/>
              <a:gd name="connsiteY8" fmla="*/ 366942 h 1021318"/>
              <a:gd name="connsiteX9" fmla="*/ 0 w 823803"/>
              <a:gd name="connsiteY9" fmla="*/ 376892 h 1021318"/>
              <a:gd name="connsiteX10" fmla="*/ 0 w 823803"/>
              <a:gd name="connsiteY10" fmla="*/ 8444 h 1021318"/>
              <a:gd name="connsiteX11" fmla="*/ 30993 w 823803"/>
              <a:gd name="connsiteY11" fmla="*/ 3714 h 1021318"/>
              <a:gd name="connsiteX12" fmla="*/ 104534 w 823803"/>
              <a:gd name="connsiteY12" fmla="*/ 0 h 1021318"/>
            </a:gdLst>
            <a:ahLst/>
            <a:cxnLst/>
            <a:rect l="l" t="t" r="r" b="b"/>
            <a:pathLst>
              <a:path w="823803" h="1021318">
                <a:moveTo>
                  <a:pt x="104534" y="0"/>
                </a:moveTo>
                <a:cubicBezTo>
                  <a:pt x="501775" y="0"/>
                  <a:pt x="823803" y="322028"/>
                  <a:pt x="823803" y="719269"/>
                </a:cubicBezTo>
                <a:cubicBezTo>
                  <a:pt x="823803" y="818579"/>
                  <a:pt x="803676" y="913189"/>
                  <a:pt x="767279" y="999241"/>
                </a:cubicBezTo>
                <a:lnTo>
                  <a:pt x="755296" y="1021318"/>
                </a:lnTo>
                <a:lnTo>
                  <a:pt x="298543" y="1021318"/>
                </a:lnTo>
                <a:lnTo>
                  <a:pt x="305608" y="1017483"/>
                </a:lnTo>
                <a:cubicBezTo>
                  <a:pt x="401271" y="952854"/>
                  <a:pt x="464167" y="843407"/>
                  <a:pt x="464167" y="719269"/>
                </a:cubicBezTo>
                <a:cubicBezTo>
                  <a:pt x="464167" y="520649"/>
                  <a:pt x="303153" y="359635"/>
                  <a:pt x="104533" y="359635"/>
                </a:cubicBezTo>
                <a:cubicBezTo>
                  <a:pt x="79706" y="359635"/>
                  <a:pt x="55466" y="362151"/>
                  <a:pt x="32055" y="366942"/>
                </a:cubicBezTo>
                <a:lnTo>
                  <a:pt x="0" y="376892"/>
                </a:lnTo>
                <a:lnTo>
                  <a:pt x="0" y="8444"/>
                </a:lnTo>
                <a:lnTo>
                  <a:pt x="30993" y="3714"/>
                </a:lnTo>
                <a:cubicBezTo>
                  <a:pt x="55173" y="1258"/>
                  <a:pt x="79707" y="0"/>
                  <a:pt x="10453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253879" y="1322218"/>
            <a:ext cx="1036206" cy="1036206"/>
          </a:xfrm>
          <a:prstGeom prst="donu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417229" y="2167157"/>
            <a:ext cx="1598844" cy="6002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002943" y="2260485"/>
            <a:ext cx="427414" cy="41362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商品统计分析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5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480525" y="1868479"/>
            <a:ext cx="6690226" cy="3538021"/>
          </a:xfrm>
          <a:prstGeom prst="rect">
            <a:avLst/>
          </a:prstGeom>
          <a:solidFill>
            <a:schemeClr val="bg1"/>
          </a:solidFill>
          <a:ln w="12700" cap="sq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884398" y="2083154"/>
            <a:ext cx="6075976" cy="30734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按销售额、销售量和利润对商品进行排名。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3480437" y="3619884"/>
            <a:ext cx="1213742" cy="0"/>
          </a:xfrm>
          <a:prstGeom prst="line">
            <a:avLst/>
          </a:prstGeom>
          <a:noFill/>
          <a:ln w="25400" cap="rnd">
            <a:solidFill>
              <a:schemeClr val="accent1">
                <a:lumMod val="60000"/>
                <a:lumOff val="40000"/>
                <a:alpha val="100000"/>
              </a:schemeClr>
            </a:solidFill>
            <a:prstDash val="solid"/>
            <a:round/>
            <a:tailEnd type="triangle" w="lg" len="lg"/>
          </a:ln>
        </p:spPr>
      </p:cxnSp>
      <p:sp>
        <p:nvSpPr>
          <p:cNvPr id="8" name="标题 1"/>
          <p:cNvSpPr txBox="1"/>
          <p:nvPr/>
        </p:nvSpPr>
        <p:spPr>
          <a:xfrm>
            <a:off x="1021249" y="2254604"/>
            <a:ext cx="2779867" cy="27798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78144" y="2411497"/>
            <a:ext cx="2466077" cy="246608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1307441" y="2254604"/>
            <a:ext cx="2779867" cy="2779868"/>
          </a:xfrm>
          <a:prstGeom prst="ellipse">
            <a:avLst/>
          </a:prstGeom>
          <a:noFill/>
          <a:ln w="12700" cap="sq">
            <a:gradFill>
              <a:gsLst>
                <a:gs pos="59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000467" y="3199633"/>
            <a:ext cx="821429" cy="889807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62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62081" y="1937005"/>
            <a:ext cx="321405" cy="3214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966070" y="4716397"/>
            <a:ext cx="547499" cy="547499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21249" y="6381750"/>
            <a:ext cx="11988683" cy="12252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商品排名分析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8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791825" cy="691515"/>
          </a:xfrm>
        </p:spPr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69920" y="575606"/>
            <a:ext cx="115146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26085" y="108585"/>
            <a:ext cx="11308715" cy="5916930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1285240" y="5554980"/>
            <a:ext cx="45042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1971040" y="5554980"/>
            <a:ext cx="8938260" cy="0"/>
          </a:xfrm>
          <a:prstGeom prst="line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479425" y="154940"/>
            <a:ext cx="10705465" cy="5177155"/>
          </a:xfrm>
          <a:prstGeom prst="rect">
            <a:avLst/>
          </a:prstGeom>
          <a:noFill/>
        </p:spPr>
        <p:txBody>
          <a:bodyPr wrap="square" rtlCol="0" anchor="ctr" anchorCtr="0">
            <a:normAutofit fontScale="70000"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window_spec_sales = Window.orderBy(desc("TotalSales"))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sales_rank_df = product_stats.withColumn("SalesRank", row_number().over(window_spec_sales).cast("int")) \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   .select("Product", "TotalSales", "SalesRank")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window_spec_quantity = Window.orderBy(desc("TotalQuantity"))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quantity_rank_df = product_stats.withColumn("QuantityRank", row_number().over(window_spec_quantity).cast("int")) \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   .select("Product", "TotalQuantity", "QuantityRank")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window_spec_profit = Window.orderBy(desc("TotalProfit"))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profit_rank_df = product_stats.withColumn("ProfitRank", row_number().over(window_spec_profit).cast("int")) \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   .select("Product", "TotalProfit", "ProfitRank")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print(f"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按总销售额排名的前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{num_rows_to_show}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位：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sales_rank_df.show(num_rows_to_show, truncate=False)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print(f"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按总销售量排名的前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{num_rows_to_show}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位：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quantity_rank_df.show(num_rows_to_show, truncate=False)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print(f"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按总利润排名的前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{num_rows_to_show}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位：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")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profit_rank_df.show(num_rows_to_show, truncate=False)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96537"/>
            <a:ext cx="10860087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741241" y="5273521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57113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0193" y="4938163"/>
            <a:ext cx="5499996" cy="355393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6529" y="5006216"/>
            <a:ext cx="3756621" cy="22932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589839" y="5121508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658763" y="701490"/>
            <a:ext cx="6388814" cy="5401345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" name="标题 1"/>
          <p:cNvSpPr txBox="1"/>
          <p:nvPr/>
        </p:nvSpPr>
        <p:spPr>
          <a:xfrm>
            <a:off x="948897" y="2088757"/>
            <a:ext cx="2496683" cy="105651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363930" y="1117520"/>
            <a:ext cx="2043805" cy="20277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04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1600" y="3074513"/>
            <a:ext cx="5617569" cy="171621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机器学习建模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974298" y="2010316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41915" y="2181627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774950" y="2101215"/>
            <a:ext cx="6639560" cy="4019550"/>
          </a:xfrm>
          <a:prstGeom prst="snip1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8100000">
            <a:off x="1145540" y="2677795"/>
            <a:ext cx="2829560" cy="2861310"/>
          </a:xfrm>
          <a:prstGeom prst="diagStripe">
            <a:avLst>
              <a:gd name="adj" fmla="val 88423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090612" y="2358811"/>
            <a:ext cx="398183" cy="368347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090612" y="2911643"/>
            <a:ext cx="5998075" cy="209483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为分类特征“Product”添加索引，并组合特征向量，为模型训练准备数据。</a:t>
            </a:r>
            <a:endParaRPr kumimoji="1" lang="en-US" altLang="zh-CN" sz="14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/>
              <a:t>indexer = StringIndexer(inputCol="Product", outputCol="ProductIndex")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assembler = VectorAssembler(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    inputCols=["ProductIndex", "TotalSales", "DiscountCount", "TotalProfit"],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    outputCol="features"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)</a:t>
            </a:r>
            <a:endParaRPr kumimoji="1" lang="en-US" altLang="zh-CN"/>
          </a:p>
        </p:txBody>
      </p:sp>
      <p:sp>
        <p:nvSpPr>
          <p:cNvPr id="9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特征工程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2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3076555" cy="8089265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 rot="10800000">
            <a:off x="19050" y="5969000"/>
            <a:ext cx="12195175" cy="212598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96520" y="-27305"/>
            <a:ext cx="13057505" cy="81070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>
            <p:custDataLst>
              <p:tags r:id="rId2"/>
            </p:custDataLst>
          </p:nvPr>
        </p:nvSpPr>
        <p:spPr>
          <a:xfrm>
            <a:off x="754708" y="3901858"/>
            <a:ext cx="3239284" cy="17126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定义线性回归模型，创建包含特征转换和模型训练的流水线。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lr = LinearRegression(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    labelCol="TotalQuantity",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    featuresCol="features",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    maxIter=10, # </a:t>
            </a:r>
            <a:r>
              <a:rPr kumimoji="1" lang="zh-CN" altLang="en-US" sz="1600"/>
              <a:t>最大迭代次数（优化算法收敛的最大轮数）</a:t>
            </a:r>
            <a:endParaRPr kumimoji="1" lang="zh-CN" altLang="en-US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    regParam=0.3,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    elasticNetParam=0.8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) # </a:t>
            </a:r>
            <a:r>
              <a:rPr kumimoji="1" lang="zh-CN" altLang="en-US" sz="1600"/>
              <a:t>正则化参数（防止过拟合，值越大正则化越强）</a:t>
            </a:r>
            <a:endParaRPr kumimoji="1" lang="zh-CN" altLang="en-US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pipeline = Pipeline(stages=[indexer, assembler, lr])# Elastic Net</a:t>
            </a:r>
            <a:r>
              <a:rPr kumimoji="1" lang="zh-CN" altLang="en-US" sz="1600"/>
              <a:t>混合参数（</a:t>
            </a:r>
            <a:r>
              <a:rPr kumimoji="1" lang="en-US" altLang="zh-CN" sz="1600"/>
              <a:t>0=L2</a:t>
            </a:r>
            <a:r>
              <a:rPr kumimoji="1" lang="zh-CN" altLang="en-US" sz="1600"/>
              <a:t>正则化，</a:t>
            </a:r>
            <a:r>
              <a:rPr kumimoji="1" lang="en-US" altLang="zh-CN" sz="1600"/>
              <a:t>1=L1</a:t>
            </a:r>
            <a:r>
              <a:rPr kumimoji="1" lang="zh-CN" altLang="en-US" sz="1600"/>
              <a:t>正则化）</a:t>
            </a:r>
            <a:endParaRPr kumimoji="1" lang="zh-CN" altLang="en-US" sz="1600"/>
          </a:p>
        </p:txBody>
      </p:sp>
      <p:sp>
        <p:nvSpPr>
          <p:cNvPr id="6" name="标题 1"/>
          <p:cNvSpPr txBox="1"/>
          <p:nvPr>
            <p:custDataLst>
              <p:tags r:id="rId3"/>
            </p:custDataLst>
          </p:nvPr>
        </p:nvSpPr>
        <p:spPr>
          <a:xfrm>
            <a:off x="754708" y="3317962"/>
            <a:ext cx="3239284" cy="4963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4"/>
            </p:custDataLst>
          </p:nvPr>
        </p:nvSpPr>
        <p:spPr>
          <a:xfrm>
            <a:off x="1737934" y="2833761"/>
            <a:ext cx="1272832" cy="411060"/>
          </a:xfrm>
          <a:prstGeom prst="ellipse">
            <a:avLst/>
          </a:prstGeom>
          <a:noFill/>
          <a:ln w="57150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5"/>
            </p:custDataLst>
          </p:nvPr>
        </p:nvSpPr>
        <p:spPr>
          <a:xfrm>
            <a:off x="1932900" y="2279979"/>
            <a:ext cx="882902" cy="8829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6"/>
            </p:custDataLst>
          </p:nvPr>
        </p:nvSpPr>
        <p:spPr>
          <a:xfrm>
            <a:off x="1973782" y="2320861"/>
            <a:ext cx="801138" cy="80113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7"/>
            </p:custDataLst>
          </p:nvPr>
        </p:nvSpPr>
        <p:spPr>
          <a:xfrm>
            <a:off x="2223146" y="2575103"/>
            <a:ext cx="302408" cy="29265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8"/>
            </p:custDataLst>
          </p:nvPr>
        </p:nvSpPr>
        <p:spPr>
          <a:xfrm flipH="1">
            <a:off x="1851861" y="2290355"/>
            <a:ext cx="121920" cy="12192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9"/>
            </p:custDataLst>
          </p:nvPr>
        </p:nvSpPr>
        <p:spPr>
          <a:xfrm>
            <a:off x="8185308" y="3901858"/>
            <a:ext cx="3239284" cy="17126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使用均方根误差评估模型性能，确保预测准确性。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predictions = model.transform(testData)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evaluator = RegressionEvaluator(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    labelCol="TotalQuantity",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    predictionCol="prediction",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    metricName="rmse")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rmse = evaluator.evaluate(predictions)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print(f"</a:t>
            </a:r>
            <a:r>
              <a:rPr kumimoji="1" lang="zh-CN" altLang="en-US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均方根误差</a:t>
            </a: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 (RMSE): {rmse:.2f}")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zh-CN" altLang="en-US" sz="1400"/>
              <a:t>在机器学习中，</a:t>
            </a:r>
            <a:r>
              <a:rPr kumimoji="1" lang="en-US" altLang="zh-CN" sz="1400"/>
              <a:t>** </a:t>
            </a:r>
            <a:r>
              <a:rPr kumimoji="1" lang="zh-CN" altLang="en-US" sz="1400"/>
              <a:t>均方根误差（</a:t>
            </a:r>
            <a:r>
              <a:rPr kumimoji="1" lang="en-US" altLang="zh-CN" sz="1400"/>
              <a:t>Root Mean Squared Error</a:t>
            </a:r>
            <a:r>
              <a:rPr kumimoji="1" lang="zh-CN" altLang="en-US" sz="1400"/>
              <a:t>，</a:t>
            </a:r>
            <a:r>
              <a:rPr kumimoji="1" lang="en-US" altLang="zh-CN" sz="1400"/>
              <a:t>RMSE</a:t>
            </a:r>
            <a:r>
              <a:rPr kumimoji="1" lang="zh-CN" altLang="en-US" sz="1400"/>
              <a:t>）</a:t>
            </a:r>
            <a:r>
              <a:rPr kumimoji="1" lang="en-US" altLang="zh-CN" sz="1400"/>
              <a:t>** </a:t>
            </a:r>
            <a:r>
              <a:rPr kumimoji="1" lang="zh-CN" altLang="en-US" sz="1400"/>
              <a:t>是一种常用的回归模型评估指标，用于衡量模型预测值与真实值之间的平均差异程度</a:t>
            </a:r>
            <a:endParaRPr kumimoji="1" lang="zh-CN" altLang="en-US" sz="1400"/>
          </a:p>
        </p:txBody>
      </p:sp>
      <p:sp>
        <p:nvSpPr>
          <p:cNvPr id="13" name="标题 1"/>
          <p:cNvSpPr txBox="1"/>
          <p:nvPr>
            <p:custDataLst>
              <p:tags r:id="rId10"/>
            </p:custDataLst>
          </p:nvPr>
        </p:nvSpPr>
        <p:spPr>
          <a:xfrm>
            <a:off x="8185308" y="3317962"/>
            <a:ext cx="3239284" cy="4963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03</a:t>
            </a: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11"/>
            </p:custDataLst>
          </p:nvPr>
        </p:nvSpPr>
        <p:spPr>
          <a:xfrm>
            <a:off x="9168534" y="2833761"/>
            <a:ext cx="1272832" cy="411060"/>
          </a:xfrm>
          <a:prstGeom prst="ellipse">
            <a:avLst/>
          </a:prstGeom>
          <a:noFill/>
          <a:ln w="57150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2"/>
            </p:custDataLst>
          </p:nvPr>
        </p:nvSpPr>
        <p:spPr>
          <a:xfrm>
            <a:off x="9363500" y="2279979"/>
            <a:ext cx="882902" cy="8829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13"/>
            </p:custDataLst>
          </p:nvPr>
        </p:nvSpPr>
        <p:spPr>
          <a:xfrm>
            <a:off x="9404382" y="2320861"/>
            <a:ext cx="801138" cy="80113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14"/>
            </p:custDataLst>
          </p:nvPr>
        </p:nvSpPr>
        <p:spPr>
          <a:xfrm>
            <a:off x="9653746" y="2581554"/>
            <a:ext cx="302408" cy="279748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15"/>
            </p:custDataLst>
          </p:nvPr>
        </p:nvSpPr>
        <p:spPr>
          <a:xfrm flipH="1">
            <a:off x="9282461" y="2290355"/>
            <a:ext cx="121920" cy="12192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>
            <p:custDataLst>
              <p:tags r:id="rId16"/>
            </p:custDataLst>
          </p:nvPr>
        </p:nvSpPr>
        <p:spPr>
          <a:xfrm>
            <a:off x="4470008" y="3901858"/>
            <a:ext cx="3239284" cy="17126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划分训练集和测试集，训练模型并记录耗时。</a:t>
            </a:r>
            <a:endParaRPr kumimoji="1" lang="en-US" altLang="zh-CN" sz="1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(trainingData, testData) = product_stats.randomSplit([0.8, 0.2])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print(f"</a:t>
            </a:r>
            <a:r>
              <a:rPr kumimoji="1" lang="zh-CN" altLang="en-US" sz="1600"/>
              <a:t>训练集大小</a:t>
            </a:r>
            <a:r>
              <a:rPr kumimoji="1" lang="en-US" altLang="zh-CN" sz="1600"/>
              <a:t>: {trainingData.count()}, </a:t>
            </a:r>
            <a:r>
              <a:rPr kumimoji="1" lang="zh-CN" altLang="en-US" sz="1600"/>
              <a:t>测试集大小</a:t>
            </a:r>
            <a:r>
              <a:rPr kumimoji="1" lang="en-US" altLang="zh-CN" sz="1600"/>
              <a:t>: {testData.count()}")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print("</a:t>
            </a:r>
            <a:r>
              <a:rPr kumimoji="1" lang="zh-CN" altLang="en-US" sz="1600"/>
              <a:t>开始分布式模型训练</a:t>
            </a:r>
            <a:r>
              <a:rPr kumimoji="1" lang="en-US" altLang="zh-CN" sz="1600"/>
              <a:t>...")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start_time = time.time()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model = pipeline.fit(trainingData)</a:t>
            </a:r>
            <a:endParaRPr kumimoji="1" lang="en-US" altLang="zh-CN" sz="1600"/>
          </a:p>
          <a:p>
            <a:pPr algn="ctr">
              <a:lnSpc>
                <a:spcPct val="140000"/>
              </a:lnSpc>
            </a:pPr>
            <a:r>
              <a:rPr kumimoji="1" lang="en-US" altLang="zh-CN" sz="1600"/>
              <a:t>print(f"</a:t>
            </a:r>
            <a:r>
              <a:rPr kumimoji="1" lang="zh-CN" altLang="en-US" sz="1600"/>
              <a:t>模型训练完成，耗时</a:t>
            </a:r>
            <a:r>
              <a:rPr kumimoji="1" lang="en-US" altLang="zh-CN" sz="1600"/>
              <a:t>: {time.time() - start_time:.2f} </a:t>
            </a:r>
            <a:r>
              <a:rPr kumimoji="1" lang="zh-CN" altLang="en-US" sz="1600"/>
              <a:t>秒</a:t>
            </a:r>
            <a:r>
              <a:rPr kumimoji="1" lang="en-US" altLang="zh-CN" sz="1600"/>
              <a:t>")</a:t>
            </a:r>
            <a:endParaRPr kumimoji="1" lang="en-US" altLang="zh-CN" sz="1600"/>
          </a:p>
        </p:txBody>
      </p:sp>
      <p:sp>
        <p:nvSpPr>
          <p:cNvPr id="20" name="标题 1"/>
          <p:cNvSpPr txBox="1"/>
          <p:nvPr>
            <p:custDataLst>
              <p:tags r:id="rId17"/>
            </p:custDataLst>
          </p:nvPr>
        </p:nvSpPr>
        <p:spPr>
          <a:xfrm>
            <a:off x="4470008" y="3317962"/>
            <a:ext cx="3239284" cy="4963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02</a:t>
            </a:r>
            <a:endParaRPr kumimoji="1" lang="zh-CN" altLang="en-US"/>
          </a:p>
        </p:txBody>
      </p:sp>
      <p:sp>
        <p:nvSpPr>
          <p:cNvPr id="21" name="标题 1"/>
          <p:cNvSpPr txBox="1"/>
          <p:nvPr>
            <p:custDataLst>
              <p:tags r:id="rId18"/>
            </p:custDataLst>
          </p:nvPr>
        </p:nvSpPr>
        <p:spPr>
          <a:xfrm>
            <a:off x="5453234" y="2833761"/>
            <a:ext cx="1272832" cy="411060"/>
          </a:xfrm>
          <a:prstGeom prst="ellipse">
            <a:avLst/>
          </a:prstGeom>
          <a:noFill/>
          <a:ln w="57150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>
            <p:custDataLst>
              <p:tags r:id="rId19"/>
            </p:custDataLst>
          </p:nvPr>
        </p:nvSpPr>
        <p:spPr>
          <a:xfrm>
            <a:off x="5648200" y="2279979"/>
            <a:ext cx="882902" cy="8829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>
            <p:custDataLst>
              <p:tags r:id="rId20"/>
            </p:custDataLst>
          </p:nvPr>
        </p:nvSpPr>
        <p:spPr>
          <a:xfrm>
            <a:off x="5689082" y="2320861"/>
            <a:ext cx="801138" cy="80113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>
            <p:custDataLst>
              <p:tags r:id="rId21"/>
            </p:custDataLst>
          </p:nvPr>
        </p:nvSpPr>
        <p:spPr>
          <a:xfrm>
            <a:off x="5938446" y="2584345"/>
            <a:ext cx="302408" cy="274167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>
            <p:custDataLst>
              <p:tags r:id="rId22"/>
            </p:custDataLst>
          </p:nvPr>
        </p:nvSpPr>
        <p:spPr>
          <a:xfrm flipH="1">
            <a:off x="5567161" y="2290355"/>
            <a:ext cx="121920" cy="12192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模型训练与评估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28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29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96537"/>
            <a:ext cx="10860087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741241" y="5273521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57113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0193" y="4938163"/>
            <a:ext cx="5499996" cy="355393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6529" y="5006216"/>
            <a:ext cx="3756621" cy="22932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3589839" y="5121508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5419" r="6268" b="878"/>
          <a:stretch>
            <a:fillRect/>
          </a:stretch>
        </p:blipFill>
        <p:spPr>
          <a:xfrm flipH="1">
            <a:off x="6658763" y="701490"/>
            <a:ext cx="6388814" cy="5401345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" name="标题 1"/>
          <p:cNvSpPr txBox="1"/>
          <p:nvPr/>
        </p:nvSpPr>
        <p:spPr>
          <a:xfrm>
            <a:off x="948897" y="2088757"/>
            <a:ext cx="2496683" cy="105651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363930" y="1117520"/>
            <a:ext cx="2043805" cy="20277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6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05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1600" y="3074513"/>
            <a:ext cx="5617569" cy="171621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0070C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模型应用与保存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974298" y="2010316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41915" y="2181627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4078" y="118346"/>
            <a:ext cx="11943844" cy="66213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sq">
            <a:gradFill>
              <a:gsLst>
                <a:gs pos="72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70442" y="1873467"/>
            <a:ext cx="10848457" cy="3443337"/>
          </a:xfrm>
          <a:prstGeom prst="round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8647919">
            <a:off x="594194" y="1588638"/>
            <a:ext cx="633316" cy="633316"/>
          </a:xfrm>
          <a:prstGeom prst="flowChartConnector">
            <a:avLst/>
          </a:prstGeom>
          <a:solidFill>
            <a:schemeClr val="accent1"/>
          </a:solidFill>
          <a:ln w="25400" cap="sq">
            <a:noFill/>
            <a:miter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70471" y="1669815"/>
            <a:ext cx="1163730" cy="47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17192" y="2268476"/>
            <a:ext cx="10374683" cy="26115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将训练好的模型保存到分布式存储，便于后续使用。</a:t>
            </a:r>
            <a:endParaRPr kumimoji="1" lang="en-US" altLang="zh-CN" sz="14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" panose="020B0400000000000000" charset="-122"/>
              <a:ea typeface="Source Han Sans" panose="020B0400000000000000" charset="-122"/>
              <a:cs typeface="Source Han Sans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/>
              <a:t>model_output_path = os.environ.get('MODEL_PATH', "hdfs:///models/ecommerce_sales_model")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print(f"</a:t>
            </a:r>
            <a:r>
              <a:rPr kumimoji="1" lang="zh-CN" altLang="en-US"/>
              <a:t>将模型保存到</a:t>
            </a:r>
            <a:r>
              <a:rPr kumimoji="1" lang="en-US" altLang="zh-CN"/>
              <a:t>: {model_output_path}")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model.write().overwrite().save(model_output_path)</a:t>
            </a:r>
            <a:endParaRPr kumimoji="1" lang="en-US" altLang="zh-CN"/>
          </a:p>
          <a:p>
            <a:pPr algn="l">
              <a:lnSpc>
                <a:spcPct val="150000"/>
              </a:lnSpc>
            </a:pPr>
            <a:r>
              <a:rPr kumimoji="1" lang="en-US" altLang="zh-CN"/>
              <a:t>print("</a:t>
            </a:r>
            <a:r>
              <a:rPr kumimoji="1" lang="zh-CN" altLang="en-US"/>
              <a:t>模型保存成功</a:t>
            </a:r>
            <a:r>
              <a:rPr kumimoji="1" lang="en-US" altLang="zh-CN"/>
              <a:t>!")</a:t>
            </a:r>
            <a:endParaRPr kumimoji="1" lang="en-US" altLang="zh-CN"/>
          </a:p>
        </p:txBody>
      </p:sp>
      <p:sp>
        <p:nvSpPr>
          <p:cNvPr id="9" name="标题 1"/>
          <p:cNvSpPr txBox="1"/>
          <p:nvPr/>
        </p:nvSpPr>
        <p:spPr>
          <a:xfrm>
            <a:off x="788020" y="398011"/>
            <a:ext cx="1073088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模型保存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364224" y="345164"/>
            <a:ext cx="308616" cy="617231"/>
          </a:xfrm>
          <a:prstGeom prst="parallelogram">
            <a:avLst>
              <a:gd name="adj" fmla="val 70531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 rot="4260000">
            <a:off x="66419" y="317500"/>
            <a:ext cx="702020" cy="70944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  <p:cxnSp>
        <p:nvCxnSpPr>
          <p:cNvPr id="12" name="标题 1"/>
          <p:cNvCxnSpPr/>
          <p:nvPr/>
        </p:nvCxnSpPr>
        <p:spPr>
          <a:xfrm>
            <a:off x="537291" y="1012331"/>
            <a:ext cx="11706748" cy="0"/>
          </a:xfrm>
          <a:prstGeom prst="line">
            <a:avLst/>
          </a:prstGeom>
          <a:noFill/>
          <a:ln w="15875" cap="sq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rot="10800000">
            <a:off x="19186" y="5968873"/>
            <a:ext cx="12153415" cy="1264920"/>
          </a:xfrm>
          <a:custGeom>
            <a:avLst/>
            <a:gdLst>
              <a:gd name="connsiteX0" fmla="*/ 925973 w 12153415"/>
              <a:gd name="connsiteY0" fmla="*/ 540001 h 972000"/>
              <a:gd name="connsiteX1" fmla="*/ 856526 w 12153415"/>
              <a:gd name="connsiteY1" fmla="*/ 540001 h 972000"/>
              <a:gd name="connsiteX2" fmla="*/ 856526 w 12153415"/>
              <a:gd name="connsiteY2" fmla="*/ 1 h 972000"/>
              <a:gd name="connsiteX3" fmla="*/ 925973 w 12153415"/>
              <a:gd name="connsiteY3" fmla="*/ 1 h 972000"/>
              <a:gd name="connsiteX4" fmla="*/ 6551268 w 12153415"/>
              <a:gd name="connsiteY4" fmla="*/ 540001 h 972000"/>
              <a:gd name="connsiteX5" fmla="*/ 6481822 w 12153415"/>
              <a:gd name="connsiteY5" fmla="*/ 540001 h 972000"/>
              <a:gd name="connsiteX6" fmla="*/ 6481822 w 12153415"/>
              <a:gd name="connsiteY6" fmla="*/ 1 h 972000"/>
              <a:gd name="connsiteX7" fmla="*/ 6551268 w 12153415"/>
              <a:gd name="connsiteY7" fmla="*/ 1 h 972000"/>
              <a:gd name="connsiteX8" fmla="*/ 12153415 w 12153415"/>
              <a:gd name="connsiteY8" fmla="*/ 540001 h 972000"/>
              <a:gd name="connsiteX9" fmla="*/ 12083968 w 12153415"/>
              <a:gd name="connsiteY9" fmla="*/ 540001 h 972000"/>
              <a:gd name="connsiteX10" fmla="*/ 12083968 w 12153415"/>
              <a:gd name="connsiteY10" fmla="*/ 1 h 972000"/>
              <a:gd name="connsiteX11" fmla="*/ 12153415 w 12153415"/>
              <a:gd name="connsiteY11" fmla="*/ 1 h 972000"/>
              <a:gd name="connsiteX12" fmla="*/ 567161 w 12153415"/>
              <a:gd name="connsiteY12" fmla="*/ 612001 h 972000"/>
              <a:gd name="connsiteX13" fmla="*/ 497713 w 12153415"/>
              <a:gd name="connsiteY13" fmla="*/ 612001 h 972000"/>
              <a:gd name="connsiteX14" fmla="*/ 497713 w 12153415"/>
              <a:gd name="connsiteY14" fmla="*/ 1 h 972000"/>
              <a:gd name="connsiteX15" fmla="*/ 567161 w 12153415"/>
              <a:gd name="connsiteY15" fmla="*/ 1 h 972000"/>
              <a:gd name="connsiteX16" fmla="*/ 6192456 w 12153415"/>
              <a:gd name="connsiteY16" fmla="*/ 612001 h 972000"/>
              <a:gd name="connsiteX17" fmla="*/ 6123008 w 12153415"/>
              <a:gd name="connsiteY17" fmla="*/ 612001 h 972000"/>
              <a:gd name="connsiteX18" fmla="*/ 6123008 w 12153415"/>
              <a:gd name="connsiteY18" fmla="*/ 1 h 972000"/>
              <a:gd name="connsiteX19" fmla="*/ 6192456 w 12153415"/>
              <a:gd name="connsiteY19" fmla="*/ 1 h 972000"/>
              <a:gd name="connsiteX20" fmla="*/ 11794602 w 12153415"/>
              <a:gd name="connsiteY20" fmla="*/ 612001 h 972000"/>
              <a:gd name="connsiteX21" fmla="*/ 11725154 w 12153415"/>
              <a:gd name="connsiteY21" fmla="*/ 612001 h 972000"/>
              <a:gd name="connsiteX22" fmla="*/ 11725154 w 12153415"/>
              <a:gd name="connsiteY22" fmla="*/ 1 h 972000"/>
              <a:gd name="connsiteX23" fmla="*/ 11794602 w 12153415"/>
              <a:gd name="connsiteY23" fmla="*/ 1 h 972000"/>
              <a:gd name="connsiteX24" fmla="*/ 1111170 w 12153415"/>
              <a:gd name="connsiteY24" fmla="*/ 648001 h 972000"/>
              <a:gd name="connsiteX25" fmla="*/ 1041722 w 12153415"/>
              <a:gd name="connsiteY25" fmla="*/ 648001 h 972000"/>
              <a:gd name="connsiteX26" fmla="*/ 1041722 w 12153415"/>
              <a:gd name="connsiteY26" fmla="*/ 1 h 972000"/>
              <a:gd name="connsiteX27" fmla="*/ 1111170 w 12153415"/>
              <a:gd name="connsiteY27" fmla="*/ 1 h 972000"/>
              <a:gd name="connsiteX28" fmla="*/ 6713317 w 12153415"/>
              <a:gd name="connsiteY28" fmla="*/ 648001 h 972000"/>
              <a:gd name="connsiteX29" fmla="*/ 6643869 w 12153415"/>
              <a:gd name="connsiteY29" fmla="*/ 648001 h 972000"/>
              <a:gd name="connsiteX30" fmla="*/ 6643869 w 12153415"/>
              <a:gd name="connsiteY30" fmla="*/ 1 h 972000"/>
              <a:gd name="connsiteX31" fmla="*/ 6713317 w 12153415"/>
              <a:gd name="connsiteY31" fmla="*/ 1 h 972000"/>
              <a:gd name="connsiteX32" fmla="*/ 231494 w 12153415"/>
              <a:gd name="connsiteY32" fmla="*/ 684001 h 972000"/>
              <a:gd name="connsiteX33" fmla="*/ 162046 w 12153415"/>
              <a:gd name="connsiteY33" fmla="*/ 684001 h 972000"/>
              <a:gd name="connsiteX34" fmla="*/ 162047 w 12153415"/>
              <a:gd name="connsiteY34" fmla="*/ 1 h 972000"/>
              <a:gd name="connsiteX35" fmla="*/ 231495 w 12153415"/>
              <a:gd name="connsiteY35" fmla="*/ 1 h 972000"/>
              <a:gd name="connsiteX36" fmla="*/ 2685327 w 12153415"/>
              <a:gd name="connsiteY36" fmla="*/ 684001 h 972000"/>
              <a:gd name="connsiteX37" fmla="*/ 2615879 w 12153415"/>
              <a:gd name="connsiteY37" fmla="*/ 684001 h 972000"/>
              <a:gd name="connsiteX38" fmla="*/ 2615879 w 12153415"/>
              <a:gd name="connsiteY38" fmla="*/ 1 h 972000"/>
              <a:gd name="connsiteX39" fmla="*/ 2685327 w 12153415"/>
              <a:gd name="connsiteY39" fmla="*/ 1 h 972000"/>
              <a:gd name="connsiteX40" fmla="*/ 2882097 w 12153415"/>
              <a:gd name="connsiteY40" fmla="*/ 684001 h 972000"/>
              <a:gd name="connsiteX41" fmla="*/ 2812649 w 12153415"/>
              <a:gd name="connsiteY41" fmla="*/ 684001 h 972000"/>
              <a:gd name="connsiteX42" fmla="*/ 2812649 w 12153415"/>
              <a:gd name="connsiteY42" fmla="*/ 1 h 972000"/>
              <a:gd name="connsiteX43" fmla="*/ 2882097 w 12153415"/>
              <a:gd name="connsiteY43" fmla="*/ 1 h 972000"/>
              <a:gd name="connsiteX44" fmla="*/ 3044143 w 12153415"/>
              <a:gd name="connsiteY44" fmla="*/ 684001 h 972000"/>
              <a:gd name="connsiteX45" fmla="*/ 2974695 w 12153415"/>
              <a:gd name="connsiteY45" fmla="*/ 684001 h 972000"/>
              <a:gd name="connsiteX46" fmla="*/ 2974695 w 12153415"/>
              <a:gd name="connsiteY46" fmla="*/ 1 h 972000"/>
              <a:gd name="connsiteX47" fmla="*/ 3044143 w 12153415"/>
              <a:gd name="connsiteY47" fmla="*/ 1 h 972000"/>
              <a:gd name="connsiteX48" fmla="*/ 3217762 w 12153415"/>
              <a:gd name="connsiteY48" fmla="*/ 684001 h 972000"/>
              <a:gd name="connsiteX49" fmla="*/ 3148314 w 12153415"/>
              <a:gd name="connsiteY49" fmla="*/ 684001 h 972000"/>
              <a:gd name="connsiteX50" fmla="*/ 3148314 w 12153415"/>
              <a:gd name="connsiteY50" fmla="*/ 1 h 972000"/>
              <a:gd name="connsiteX51" fmla="*/ 3217762 w 12153415"/>
              <a:gd name="connsiteY51" fmla="*/ 1 h 972000"/>
              <a:gd name="connsiteX52" fmla="*/ 4780345 w 12153415"/>
              <a:gd name="connsiteY52" fmla="*/ 684001 h 972000"/>
              <a:gd name="connsiteX53" fmla="*/ 4710897 w 12153415"/>
              <a:gd name="connsiteY53" fmla="*/ 684001 h 972000"/>
              <a:gd name="connsiteX54" fmla="*/ 4710897 w 12153415"/>
              <a:gd name="connsiteY54" fmla="*/ 1 h 972000"/>
              <a:gd name="connsiteX55" fmla="*/ 4780345 w 12153415"/>
              <a:gd name="connsiteY55" fmla="*/ 1 h 972000"/>
              <a:gd name="connsiteX56" fmla="*/ 5139161 w 12153415"/>
              <a:gd name="connsiteY56" fmla="*/ 684001 h 972000"/>
              <a:gd name="connsiteX57" fmla="*/ 5069713 w 12153415"/>
              <a:gd name="connsiteY57" fmla="*/ 684001 h 972000"/>
              <a:gd name="connsiteX58" fmla="*/ 5069713 w 12153415"/>
              <a:gd name="connsiteY58" fmla="*/ 1 h 972000"/>
              <a:gd name="connsiteX59" fmla="*/ 5139161 w 12153415"/>
              <a:gd name="connsiteY59" fmla="*/ 1 h 972000"/>
              <a:gd name="connsiteX60" fmla="*/ 5497974 w 12153415"/>
              <a:gd name="connsiteY60" fmla="*/ 684001 h 972000"/>
              <a:gd name="connsiteX61" fmla="*/ 5428526 w 12153415"/>
              <a:gd name="connsiteY61" fmla="*/ 684001 h 972000"/>
              <a:gd name="connsiteX62" fmla="*/ 5428526 w 12153415"/>
              <a:gd name="connsiteY62" fmla="*/ 1 h 972000"/>
              <a:gd name="connsiteX63" fmla="*/ 5497974 w 12153415"/>
              <a:gd name="connsiteY63" fmla="*/ 1 h 972000"/>
              <a:gd name="connsiteX64" fmla="*/ 5856790 w 12153415"/>
              <a:gd name="connsiteY64" fmla="*/ 684001 h 972000"/>
              <a:gd name="connsiteX65" fmla="*/ 5787342 w 12153415"/>
              <a:gd name="connsiteY65" fmla="*/ 684001 h 972000"/>
              <a:gd name="connsiteX66" fmla="*/ 5787343 w 12153415"/>
              <a:gd name="connsiteY66" fmla="*/ 1 h 972000"/>
              <a:gd name="connsiteX67" fmla="*/ 5856791 w 12153415"/>
              <a:gd name="connsiteY67" fmla="*/ 1 h 972000"/>
              <a:gd name="connsiteX68" fmla="*/ 8287472 w 12153415"/>
              <a:gd name="connsiteY68" fmla="*/ 684001 h 972000"/>
              <a:gd name="connsiteX69" fmla="*/ 8218025 w 12153415"/>
              <a:gd name="connsiteY69" fmla="*/ 684001 h 972000"/>
              <a:gd name="connsiteX70" fmla="*/ 8218025 w 12153415"/>
              <a:gd name="connsiteY70" fmla="*/ 1 h 972000"/>
              <a:gd name="connsiteX71" fmla="*/ 8287472 w 12153415"/>
              <a:gd name="connsiteY71" fmla="*/ 1 h 972000"/>
              <a:gd name="connsiteX72" fmla="*/ 8484243 w 12153415"/>
              <a:gd name="connsiteY72" fmla="*/ 684001 h 972000"/>
              <a:gd name="connsiteX73" fmla="*/ 8414794 w 12153415"/>
              <a:gd name="connsiteY73" fmla="*/ 684001 h 972000"/>
              <a:gd name="connsiteX74" fmla="*/ 8414794 w 12153415"/>
              <a:gd name="connsiteY74" fmla="*/ 1 h 972000"/>
              <a:gd name="connsiteX75" fmla="*/ 8484243 w 12153415"/>
              <a:gd name="connsiteY75" fmla="*/ 1 h 972000"/>
              <a:gd name="connsiteX76" fmla="*/ 8646289 w 12153415"/>
              <a:gd name="connsiteY76" fmla="*/ 684001 h 972000"/>
              <a:gd name="connsiteX77" fmla="*/ 8576840 w 12153415"/>
              <a:gd name="connsiteY77" fmla="*/ 684001 h 972000"/>
              <a:gd name="connsiteX78" fmla="*/ 8576840 w 12153415"/>
              <a:gd name="connsiteY78" fmla="*/ 1 h 972000"/>
              <a:gd name="connsiteX79" fmla="*/ 8646289 w 12153415"/>
              <a:gd name="connsiteY79" fmla="*/ 1 h 972000"/>
              <a:gd name="connsiteX80" fmla="*/ 8819908 w 12153415"/>
              <a:gd name="connsiteY80" fmla="*/ 684001 h 972000"/>
              <a:gd name="connsiteX81" fmla="*/ 8750460 w 12153415"/>
              <a:gd name="connsiteY81" fmla="*/ 684001 h 972000"/>
              <a:gd name="connsiteX82" fmla="*/ 8750460 w 12153415"/>
              <a:gd name="connsiteY82" fmla="*/ 1 h 972000"/>
              <a:gd name="connsiteX83" fmla="*/ 8819908 w 12153415"/>
              <a:gd name="connsiteY83" fmla="*/ 1 h 972000"/>
              <a:gd name="connsiteX84" fmla="*/ 10382491 w 12153415"/>
              <a:gd name="connsiteY84" fmla="*/ 684001 h 972000"/>
              <a:gd name="connsiteX85" fmla="*/ 10313043 w 12153415"/>
              <a:gd name="connsiteY85" fmla="*/ 684001 h 972000"/>
              <a:gd name="connsiteX86" fmla="*/ 10313043 w 12153415"/>
              <a:gd name="connsiteY86" fmla="*/ 1 h 972000"/>
              <a:gd name="connsiteX87" fmla="*/ 10382491 w 12153415"/>
              <a:gd name="connsiteY87" fmla="*/ 1 h 972000"/>
              <a:gd name="connsiteX88" fmla="*/ 10741307 w 12153415"/>
              <a:gd name="connsiteY88" fmla="*/ 684001 h 972000"/>
              <a:gd name="connsiteX89" fmla="*/ 10671859 w 12153415"/>
              <a:gd name="connsiteY89" fmla="*/ 684001 h 972000"/>
              <a:gd name="connsiteX90" fmla="*/ 10671859 w 12153415"/>
              <a:gd name="connsiteY90" fmla="*/ 1 h 972000"/>
              <a:gd name="connsiteX91" fmla="*/ 10741307 w 12153415"/>
              <a:gd name="connsiteY91" fmla="*/ 1 h 972000"/>
              <a:gd name="connsiteX92" fmla="*/ 11100120 w 12153415"/>
              <a:gd name="connsiteY92" fmla="*/ 684001 h 972000"/>
              <a:gd name="connsiteX93" fmla="*/ 11030672 w 12153415"/>
              <a:gd name="connsiteY93" fmla="*/ 684001 h 972000"/>
              <a:gd name="connsiteX94" fmla="*/ 11030672 w 12153415"/>
              <a:gd name="connsiteY94" fmla="*/ 1 h 972000"/>
              <a:gd name="connsiteX95" fmla="*/ 11100120 w 12153415"/>
              <a:gd name="connsiteY95" fmla="*/ 1 h 972000"/>
              <a:gd name="connsiteX96" fmla="*/ 11458936 w 12153415"/>
              <a:gd name="connsiteY96" fmla="*/ 684001 h 972000"/>
              <a:gd name="connsiteX97" fmla="*/ 11389488 w 12153415"/>
              <a:gd name="connsiteY97" fmla="*/ 684001 h 972000"/>
              <a:gd name="connsiteX98" fmla="*/ 11389489 w 12153415"/>
              <a:gd name="connsiteY98" fmla="*/ 1 h 972000"/>
              <a:gd name="connsiteX99" fmla="*/ 11458937 w 12153415"/>
              <a:gd name="connsiteY99" fmla="*/ 1 h 972000"/>
              <a:gd name="connsiteX100" fmla="*/ 763931 w 12153415"/>
              <a:gd name="connsiteY100" fmla="*/ 720001 h 972000"/>
              <a:gd name="connsiteX101" fmla="*/ 694483 w 12153415"/>
              <a:gd name="connsiteY101" fmla="*/ 720001 h 972000"/>
              <a:gd name="connsiteX102" fmla="*/ 694483 w 12153415"/>
              <a:gd name="connsiteY102" fmla="*/ 1 h 972000"/>
              <a:gd name="connsiteX103" fmla="*/ 763931 w 12153415"/>
              <a:gd name="connsiteY103" fmla="*/ 1 h 972000"/>
              <a:gd name="connsiteX104" fmla="*/ 6389226 w 12153415"/>
              <a:gd name="connsiteY104" fmla="*/ 720001 h 972000"/>
              <a:gd name="connsiteX105" fmla="*/ 6319778 w 12153415"/>
              <a:gd name="connsiteY105" fmla="*/ 720001 h 972000"/>
              <a:gd name="connsiteX106" fmla="*/ 6319778 w 12153415"/>
              <a:gd name="connsiteY106" fmla="*/ 1 h 972000"/>
              <a:gd name="connsiteX107" fmla="*/ 6389226 w 12153415"/>
              <a:gd name="connsiteY107" fmla="*/ 1 h 972000"/>
              <a:gd name="connsiteX108" fmla="*/ 11991372 w 12153415"/>
              <a:gd name="connsiteY108" fmla="*/ 720001 h 972000"/>
              <a:gd name="connsiteX109" fmla="*/ 11921924 w 12153415"/>
              <a:gd name="connsiteY109" fmla="*/ 720001 h 972000"/>
              <a:gd name="connsiteX110" fmla="*/ 11921924 w 12153415"/>
              <a:gd name="connsiteY110" fmla="*/ 1 h 972000"/>
              <a:gd name="connsiteX111" fmla="*/ 11991372 w 12153415"/>
              <a:gd name="connsiteY111" fmla="*/ 1 h 972000"/>
              <a:gd name="connsiteX112" fmla="*/ 69448 w 12153415"/>
              <a:gd name="connsiteY112" fmla="*/ 755409 h 972000"/>
              <a:gd name="connsiteX113" fmla="*/ 0 w 12153415"/>
              <a:gd name="connsiteY113" fmla="*/ 755409 h 972000"/>
              <a:gd name="connsiteX114" fmla="*/ 1 w 12153415"/>
              <a:gd name="connsiteY114" fmla="*/ 0 h 972000"/>
              <a:gd name="connsiteX115" fmla="*/ 69449 w 12153415"/>
              <a:gd name="connsiteY115" fmla="*/ 0 h 972000"/>
              <a:gd name="connsiteX116" fmla="*/ 405115 w 12153415"/>
              <a:gd name="connsiteY116" fmla="*/ 755409 h 972000"/>
              <a:gd name="connsiteX117" fmla="*/ 335667 w 12153415"/>
              <a:gd name="connsiteY117" fmla="*/ 755409 h 972000"/>
              <a:gd name="connsiteX118" fmla="*/ 335667 w 12153415"/>
              <a:gd name="connsiteY118" fmla="*/ 0 h 972000"/>
              <a:gd name="connsiteX119" fmla="*/ 405115 w 12153415"/>
              <a:gd name="connsiteY119" fmla="*/ 0 h 972000"/>
              <a:gd name="connsiteX120" fmla="*/ 1273216 w 12153415"/>
              <a:gd name="connsiteY120" fmla="*/ 755409 h 972000"/>
              <a:gd name="connsiteX121" fmla="*/ 1203768 w 12153415"/>
              <a:gd name="connsiteY121" fmla="*/ 755409 h 972000"/>
              <a:gd name="connsiteX122" fmla="*/ 1203768 w 12153415"/>
              <a:gd name="connsiteY122" fmla="*/ 0 h 972000"/>
              <a:gd name="connsiteX123" fmla="*/ 1273216 w 12153415"/>
              <a:gd name="connsiteY123" fmla="*/ 0 h 972000"/>
              <a:gd name="connsiteX124" fmla="*/ 1632032 w 12153415"/>
              <a:gd name="connsiteY124" fmla="*/ 755409 h 972000"/>
              <a:gd name="connsiteX125" fmla="*/ 1562584 w 12153415"/>
              <a:gd name="connsiteY125" fmla="*/ 755409 h 972000"/>
              <a:gd name="connsiteX126" fmla="*/ 1562584 w 12153415"/>
              <a:gd name="connsiteY126" fmla="*/ 0 h 972000"/>
              <a:gd name="connsiteX127" fmla="*/ 1632032 w 12153415"/>
              <a:gd name="connsiteY127" fmla="*/ 0 h 972000"/>
              <a:gd name="connsiteX128" fmla="*/ 1805651 w 12153415"/>
              <a:gd name="connsiteY128" fmla="*/ 755409 h 972000"/>
              <a:gd name="connsiteX129" fmla="*/ 1736203 w 12153415"/>
              <a:gd name="connsiteY129" fmla="*/ 755409 h 972000"/>
              <a:gd name="connsiteX130" fmla="*/ 1736203 w 12153415"/>
              <a:gd name="connsiteY130" fmla="*/ 0 h 972000"/>
              <a:gd name="connsiteX131" fmla="*/ 1805651 w 12153415"/>
              <a:gd name="connsiteY131" fmla="*/ 0 h 972000"/>
              <a:gd name="connsiteX132" fmla="*/ 2523281 w 12153415"/>
              <a:gd name="connsiteY132" fmla="*/ 755409 h 972000"/>
              <a:gd name="connsiteX133" fmla="*/ 2453833 w 12153415"/>
              <a:gd name="connsiteY133" fmla="*/ 755409 h 972000"/>
              <a:gd name="connsiteX134" fmla="*/ 2453833 w 12153415"/>
              <a:gd name="connsiteY134" fmla="*/ 0 h 972000"/>
              <a:gd name="connsiteX135" fmla="*/ 2523281 w 12153415"/>
              <a:gd name="connsiteY135" fmla="*/ 0 h 972000"/>
              <a:gd name="connsiteX136" fmla="*/ 3379808 w 12153415"/>
              <a:gd name="connsiteY136" fmla="*/ 755409 h 972000"/>
              <a:gd name="connsiteX137" fmla="*/ 3310360 w 12153415"/>
              <a:gd name="connsiteY137" fmla="*/ 755409 h 972000"/>
              <a:gd name="connsiteX138" fmla="*/ 3310360 w 12153415"/>
              <a:gd name="connsiteY138" fmla="*/ 0 h 972000"/>
              <a:gd name="connsiteX139" fmla="*/ 3379808 w 12153415"/>
              <a:gd name="connsiteY139" fmla="*/ 0 h 972000"/>
              <a:gd name="connsiteX140" fmla="*/ 4282634 w 12153415"/>
              <a:gd name="connsiteY140" fmla="*/ 755409 h 972000"/>
              <a:gd name="connsiteX141" fmla="*/ 4213186 w 12153415"/>
              <a:gd name="connsiteY141" fmla="*/ 755409 h 972000"/>
              <a:gd name="connsiteX142" fmla="*/ 4213186 w 12153415"/>
              <a:gd name="connsiteY142" fmla="*/ 0 h 972000"/>
              <a:gd name="connsiteX143" fmla="*/ 4282634 w 12153415"/>
              <a:gd name="connsiteY143" fmla="*/ 0 h 972000"/>
              <a:gd name="connsiteX144" fmla="*/ 4444680 w 12153415"/>
              <a:gd name="connsiteY144" fmla="*/ 755409 h 972000"/>
              <a:gd name="connsiteX145" fmla="*/ 4375232 w 12153415"/>
              <a:gd name="connsiteY145" fmla="*/ 755409 h 972000"/>
              <a:gd name="connsiteX146" fmla="*/ 4375232 w 12153415"/>
              <a:gd name="connsiteY146" fmla="*/ 0 h 972000"/>
              <a:gd name="connsiteX147" fmla="*/ 4444680 w 12153415"/>
              <a:gd name="connsiteY147" fmla="*/ 0 h 972000"/>
              <a:gd name="connsiteX148" fmla="*/ 5335929 w 12153415"/>
              <a:gd name="connsiteY148" fmla="*/ 755409 h 972000"/>
              <a:gd name="connsiteX149" fmla="*/ 5266481 w 12153415"/>
              <a:gd name="connsiteY149" fmla="*/ 755409 h 972000"/>
              <a:gd name="connsiteX150" fmla="*/ 5266481 w 12153415"/>
              <a:gd name="connsiteY150" fmla="*/ 0 h 972000"/>
              <a:gd name="connsiteX151" fmla="*/ 5335929 w 12153415"/>
              <a:gd name="connsiteY151" fmla="*/ 0 h 972000"/>
              <a:gd name="connsiteX152" fmla="*/ 5694744 w 12153415"/>
              <a:gd name="connsiteY152" fmla="*/ 755409 h 972000"/>
              <a:gd name="connsiteX153" fmla="*/ 5625296 w 12153415"/>
              <a:gd name="connsiteY153" fmla="*/ 755409 h 972000"/>
              <a:gd name="connsiteX154" fmla="*/ 5625297 w 12153415"/>
              <a:gd name="connsiteY154" fmla="*/ 0 h 972000"/>
              <a:gd name="connsiteX155" fmla="*/ 5694745 w 12153415"/>
              <a:gd name="connsiteY155" fmla="*/ 0 h 972000"/>
              <a:gd name="connsiteX156" fmla="*/ 6030410 w 12153415"/>
              <a:gd name="connsiteY156" fmla="*/ 755409 h 972000"/>
              <a:gd name="connsiteX157" fmla="*/ 5960962 w 12153415"/>
              <a:gd name="connsiteY157" fmla="*/ 755409 h 972000"/>
              <a:gd name="connsiteX158" fmla="*/ 5960962 w 12153415"/>
              <a:gd name="connsiteY158" fmla="*/ 0 h 972000"/>
              <a:gd name="connsiteX159" fmla="*/ 6030410 w 12153415"/>
              <a:gd name="connsiteY159" fmla="*/ 0 h 972000"/>
              <a:gd name="connsiteX160" fmla="*/ 6875363 w 12153415"/>
              <a:gd name="connsiteY160" fmla="*/ 755409 h 972000"/>
              <a:gd name="connsiteX161" fmla="*/ 6805915 w 12153415"/>
              <a:gd name="connsiteY161" fmla="*/ 755409 h 972000"/>
              <a:gd name="connsiteX162" fmla="*/ 6805915 w 12153415"/>
              <a:gd name="connsiteY162" fmla="*/ 0 h 972000"/>
              <a:gd name="connsiteX163" fmla="*/ 6875363 w 12153415"/>
              <a:gd name="connsiteY163" fmla="*/ 0 h 972000"/>
              <a:gd name="connsiteX164" fmla="*/ 7234178 w 12153415"/>
              <a:gd name="connsiteY164" fmla="*/ 755409 h 972000"/>
              <a:gd name="connsiteX165" fmla="*/ 7164731 w 12153415"/>
              <a:gd name="connsiteY165" fmla="*/ 755409 h 972000"/>
              <a:gd name="connsiteX166" fmla="*/ 7164731 w 12153415"/>
              <a:gd name="connsiteY166" fmla="*/ 0 h 972000"/>
              <a:gd name="connsiteX167" fmla="*/ 7234178 w 12153415"/>
              <a:gd name="connsiteY167" fmla="*/ 0 h 972000"/>
              <a:gd name="connsiteX168" fmla="*/ 7407798 w 12153415"/>
              <a:gd name="connsiteY168" fmla="*/ 755409 h 972000"/>
              <a:gd name="connsiteX169" fmla="*/ 7338350 w 12153415"/>
              <a:gd name="connsiteY169" fmla="*/ 755409 h 972000"/>
              <a:gd name="connsiteX170" fmla="*/ 7338350 w 12153415"/>
              <a:gd name="connsiteY170" fmla="*/ 0 h 972000"/>
              <a:gd name="connsiteX171" fmla="*/ 7407798 w 12153415"/>
              <a:gd name="connsiteY171" fmla="*/ 0 h 972000"/>
              <a:gd name="connsiteX172" fmla="*/ 8125427 w 12153415"/>
              <a:gd name="connsiteY172" fmla="*/ 755409 h 972000"/>
              <a:gd name="connsiteX173" fmla="*/ 8055980 w 12153415"/>
              <a:gd name="connsiteY173" fmla="*/ 755409 h 972000"/>
              <a:gd name="connsiteX174" fmla="*/ 8055980 w 12153415"/>
              <a:gd name="connsiteY174" fmla="*/ 0 h 972000"/>
              <a:gd name="connsiteX175" fmla="*/ 8125427 w 12153415"/>
              <a:gd name="connsiteY175" fmla="*/ 0 h 972000"/>
              <a:gd name="connsiteX176" fmla="*/ 8981954 w 12153415"/>
              <a:gd name="connsiteY176" fmla="*/ 755409 h 972000"/>
              <a:gd name="connsiteX177" fmla="*/ 8912506 w 12153415"/>
              <a:gd name="connsiteY177" fmla="*/ 755409 h 972000"/>
              <a:gd name="connsiteX178" fmla="*/ 8912506 w 12153415"/>
              <a:gd name="connsiteY178" fmla="*/ 0 h 972000"/>
              <a:gd name="connsiteX179" fmla="*/ 8981954 w 12153415"/>
              <a:gd name="connsiteY179" fmla="*/ 0 h 972000"/>
              <a:gd name="connsiteX180" fmla="*/ 9884780 w 12153415"/>
              <a:gd name="connsiteY180" fmla="*/ 755409 h 972000"/>
              <a:gd name="connsiteX181" fmla="*/ 9815332 w 12153415"/>
              <a:gd name="connsiteY181" fmla="*/ 755409 h 972000"/>
              <a:gd name="connsiteX182" fmla="*/ 9815332 w 12153415"/>
              <a:gd name="connsiteY182" fmla="*/ 0 h 972000"/>
              <a:gd name="connsiteX183" fmla="*/ 9884780 w 12153415"/>
              <a:gd name="connsiteY183" fmla="*/ 0 h 972000"/>
              <a:gd name="connsiteX184" fmla="*/ 10046826 w 12153415"/>
              <a:gd name="connsiteY184" fmla="*/ 755409 h 972000"/>
              <a:gd name="connsiteX185" fmla="*/ 9977378 w 12153415"/>
              <a:gd name="connsiteY185" fmla="*/ 755409 h 972000"/>
              <a:gd name="connsiteX186" fmla="*/ 9977378 w 12153415"/>
              <a:gd name="connsiteY186" fmla="*/ 0 h 972000"/>
              <a:gd name="connsiteX187" fmla="*/ 10046826 w 12153415"/>
              <a:gd name="connsiteY187" fmla="*/ 0 h 972000"/>
              <a:gd name="connsiteX188" fmla="*/ 10938075 w 12153415"/>
              <a:gd name="connsiteY188" fmla="*/ 755409 h 972000"/>
              <a:gd name="connsiteX189" fmla="*/ 10868627 w 12153415"/>
              <a:gd name="connsiteY189" fmla="*/ 755409 h 972000"/>
              <a:gd name="connsiteX190" fmla="*/ 10868627 w 12153415"/>
              <a:gd name="connsiteY190" fmla="*/ 0 h 972000"/>
              <a:gd name="connsiteX191" fmla="*/ 10938075 w 12153415"/>
              <a:gd name="connsiteY191" fmla="*/ 0 h 972000"/>
              <a:gd name="connsiteX192" fmla="*/ 11296890 w 12153415"/>
              <a:gd name="connsiteY192" fmla="*/ 755409 h 972000"/>
              <a:gd name="connsiteX193" fmla="*/ 11227442 w 12153415"/>
              <a:gd name="connsiteY193" fmla="*/ 755409 h 972000"/>
              <a:gd name="connsiteX194" fmla="*/ 11227443 w 12153415"/>
              <a:gd name="connsiteY194" fmla="*/ 0 h 972000"/>
              <a:gd name="connsiteX195" fmla="*/ 11296891 w 12153415"/>
              <a:gd name="connsiteY195" fmla="*/ 0 h 972000"/>
              <a:gd name="connsiteX196" fmla="*/ 11632556 w 12153415"/>
              <a:gd name="connsiteY196" fmla="*/ 755409 h 972000"/>
              <a:gd name="connsiteX197" fmla="*/ 11563108 w 12153415"/>
              <a:gd name="connsiteY197" fmla="*/ 755409 h 972000"/>
              <a:gd name="connsiteX198" fmla="*/ 11563108 w 12153415"/>
              <a:gd name="connsiteY198" fmla="*/ 0 h 972000"/>
              <a:gd name="connsiteX199" fmla="*/ 11632556 w 12153415"/>
              <a:gd name="connsiteY199" fmla="*/ 0 h 972000"/>
              <a:gd name="connsiteX200" fmla="*/ 1967697 w 12153415"/>
              <a:gd name="connsiteY200" fmla="*/ 828000 h 972000"/>
              <a:gd name="connsiteX201" fmla="*/ 1898249 w 12153415"/>
              <a:gd name="connsiteY201" fmla="*/ 828000 h 972000"/>
              <a:gd name="connsiteX202" fmla="*/ 1898249 w 12153415"/>
              <a:gd name="connsiteY202" fmla="*/ 0 h 972000"/>
              <a:gd name="connsiteX203" fmla="*/ 1967697 w 12153415"/>
              <a:gd name="connsiteY203" fmla="*/ 0 h 972000"/>
              <a:gd name="connsiteX204" fmla="*/ 2164467 w 12153415"/>
              <a:gd name="connsiteY204" fmla="*/ 828000 h 972000"/>
              <a:gd name="connsiteX205" fmla="*/ 2095019 w 12153415"/>
              <a:gd name="connsiteY205" fmla="*/ 828000 h 972000"/>
              <a:gd name="connsiteX206" fmla="*/ 2095019 w 12153415"/>
              <a:gd name="connsiteY206" fmla="*/ 0 h 972000"/>
              <a:gd name="connsiteX207" fmla="*/ 2164467 w 12153415"/>
              <a:gd name="connsiteY207" fmla="*/ 0 h 972000"/>
              <a:gd name="connsiteX208" fmla="*/ 2326513 w 12153415"/>
              <a:gd name="connsiteY208" fmla="*/ 828000 h 972000"/>
              <a:gd name="connsiteX209" fmla="*/ 2257065 w 12153415"/>
              <a:gd name="connsiteY209" fmla="*/ 828000 h 972000"/>
              <a:gd name="connsiteX210" fmla="*/ 2257065 w 12153415"/>
              <a:gd name="connsiteY210" fmla="*/ 0 h 972000"/>
              <a:gd name="connsiteX211" fmla="*/ 2326513 w 12153415"/>
              <a:gd name="connsiteY211" fmla="*/ 0 h 972000"/>
              <a:gd name="connsiteX212" fmla="*/ 7569844 w 12153415"/>
              <a:gd name="connsiteY212" fmla="*/ 828000 h 972000"/>
              <a:gd name="connsiteX213" fmla="*/ 7500395 w 12153415"/>
              <a:gd name="connsiteY213" fmla="*/ 828000 h 972000"/>
              <a:gd name="connsiteX214" fmla="*/ 7500395 w 12153415"/>
              <a:gd name="connsiteY214" fmla="*/ 0 h 972000"/>
              <a:gd name="connsiteX215" fmla="*/ 7569844 w 12153415"/>
              <a:gd name="connsiteY215" fmla="*/ 0 h 972000"/>
              <a:gd name="connsiteX216" fmla="*/ 7766614 w 12153415"/>
              <a:gd name="connsiteY216" fmla="*/ 828000 h 972000"/>
              <a:gd name="connsiteX217" fmla="*/ 7697166 w 12153415"/>
              <a:gd name="connsiteY217" fmla="*/ 828000 h 972000"/>
              <a:gd name="connsiteX218" fmla="*/ 7697166 w 12153415"/>
              <a:gd name="connsiteY218" fmla="*/ 0 h 972000"/>
              <a:gd name="connsiteX219" fmla="*/ 7766614 w 12153415"/>
              <a:gd name="connsiteY219" fmla="*/ 0 h 972000"/>
              <a:gd name="connsiteX220" fmla="*/ 7928660 w 12153415"/>
              <a:gd name="connsiteY220" fmla="*/ 828000 h 972000"/>
              <a:gd name="connsiteX221" fmla="*/ 7859212 w 12153415"/>
              <a:gd name="connsiteY221" fmla="*/ 828000 h 972000"/>
              <a:gd name="connsiteX222" fmla="*/ 7859212 w 12153415"/>
              <a:gd name="connsiteY222" fmla="*/ 0 h 972000"/>
              <a:gd name="connsiteX223" fmla="*/ 7928660 w 12153415"/>
              <a:gd name="connsiteY223" fmla="*/ 0 h 972000"/>
              <a:gd name="connsiteX224" fmla="*/ 3576578 w 12153415"/>
              <a:gd name="connsiteY224" fmla="*/ 864000 h 972000"/>
              <a:gd name="connsiteX225" fmla="*/ 3507130 w 12153415"/>
              <a:gd name="connsiteY225" fmla="*/ 864000 h 972000"/>
              <a:gd name="connsiteX226" fmla="*/ 3507130 w 12153415"/>
              <a:gd name="connsiteY226" fmla="*/ 0 h 972000"/>
              <a:gd name="connsiteX227" fmla="*/ 3576578 w 12153415"/>
              <a:gd name="connsiteY227" fmla="*/ 0 h 972000"/>
              <a:gd name="connsiteX228" fmla="*/ 4085864 w 12153415"/>
              <a:gd name="connsiteY228" fmla="*/ 864000 h 972000"/>
              <a:gd name="connsiteX229" fmla="*/ 4016416 w 12153415"/>
              <a:gd name="connsiteY229" fmla="*/ 864000 h 972000"/>
              <a:gd name="connsiteX230" fmla="*/ 4016416 w 12153415"/>
              <a:gd name="connsiteY230" fmla="*/ 0 h 972000"/>
              <a:gd name="connsiteX231" fmla="*/ 4085864 w 12153415"/>
              <a:gd name="connsiteY231" fmla="*/ 0 h 972000"/>
              <a:gd name="connsiteX232" fmla="*/ 4618299 w 12153415"/>
              <a:gd name="connsiteY232" fmla="*/ 864000 h 972000"/>
              <a:gd name="connsiteX233" fmla="*/ 4548851 w 12153415"/>
              <a:gd name="connsiteY233" fmla="*/ 864000 h 972000"/>
              <a:gd name="connsiteX234" fmla="*/ 4548851 w 12153415"/>
              <a:gd name="connsiteY234" fmla="*/ 0 h 972000"/>
              <a:gd name="connsiteX235" fmla="*/ 4618299 w 12153415"/>
              <a:gd name="connsiteY235" fmla="*/ 0 h 972000"/>
              <a:gd name="connsiteX236" fmla="*/ 4977115 w 12153415"/>
              <a:gd name="connsiteY236" fmla="*/ 864000 h 972000"/>
              <a:gd name="connsiteX237" fmla="*/ 4907667 w 12153415"/>
              <a:gd name="connsiteY237" fmla="*/ 864000 h 972000"/>
              <a:gd name="connsiteX238" fmla="*/ 4907667 w 12153415"/>
              <a:gd name="connsiteY238" fmla="*/ 0 h 972000"/>
              <a:gd name="connsiteX239" fmla="*/ 4977115 w 12153415"/>
              <a:gd name="connsiteY239" fmla="*/ 0 h 972000"/>
              <a:gd name="connsiteX240" fmla="*/ 9178723 w 12153415"/>
              <a:gd name="connsiteY240" fmla="*/ 864000 h 972000"/>
              <a:gd name="connsiteX241" fmla="*/ 9109276 w 12153415"/>
              <a:gd name="connsiteY241" fmla="*/ 864000 h 972000"/>
              <a:gd name="connsiteX242" fmla="*/ 9109276 w 12153415"/>
              <a:gd name="connsiteY242" fmla="*/ 0 h 972000"/>
              <a:gd name="connsiteX243" fmla="*/ 9178723 w 12153415"/>
              <a:gd name="connsiteY243" fmla="*/ 0 h 972000"/>
              <a:gd name="connsiteX244" fmla="*/ 9688010 w 12153415"/>
              <a:gd name="connsiteY244" fmla="*/ 864000 h 972000"/>
              <a:gd name="connsiteX245" fmla="*/ 9618562 w 12153415"/>
              <a:gd name="connsiteY245" fmla="*/ 864000 h 972000"/>
              <a:gd name="connsiteX246" fmla="*/ 9618562 w 12153415"/>
              <a:gd name="connsiteY246" fmla="*/ 0 h 972000"/>
              <a:gd name="connsiteX247" fmla="*/ 9688010 w 12153415"/>
              <a:gd name="connsiteY247" fmla="*/ 0 h 972000"/>
              <a:gd name="connsiteX248" fmla="*/ 10220445 w 12153415"/>
              <a:gd name="connsiteY248" fmla="*/ 864000 h 972000"/>
              <a:gd name="connsiteX249" fmla="*/ 10150997 w 12153415"/>
              <a:gd name="connsiteY249" fmla="*/ 864000 h 972000"/>
              <a:gd name="connsiteX250" fmla="*/ 10150997 w 12153415"/>
              <a:gd name="connsiteY250" fmla="*/ 0 h 972000"/>
              <a:gd name="connsiteX251" fmla="*/ 10220445 w 12153415"/>
              <a:gd name="connsiteY251" fmla="*/ 0 h 972000"/>
              <a:gd name="connsiteX252" fmla="*/ 10579261 w 12153415"/>
              <a:gd name="connsiteY252" fmla="*/ 864000 h 972000"/>
              <a:gd name="connsiteX253" fmla="*/ 10509813 w 12153415"/>
              <a:gd name="connsiteY253" fmla="*/ 864000 h 972000"/>
              <a:gd name="connsiteX254" fmla="*/ 10509813 w 12153415"/>
              <a:gd name="connsiteY254" fmla="*/ 0 h 972000"/>
              <a:gd name="connsiteX255" fmla="*/ 10579261 w 12153415"/>
              <a:gd name="connsiteY255" fmla="*/ 0 h 972000"/>
              <a:gd name="connsiteX256" fmla="*/ 1469986 w 12153415"/>
              <a:gd name="connsiteY256" fmla="*/ 900000 h 972000"/>
              <a:gd name="connsiteX257" fmla="*/ 1400538 w 12153415"/>
              <a:gd name="connsiteY257" fmla="*/ 900000 h 972000"/>
              <a:gd name="connsiteX258" fmla="*/ 1400538 w 12153415"/>
              <a:gd name="connsiteY258" fmla="*/ 0 h 972000"/>
              <a:gd name="connsiteX259" fmla="*/ 1469986 w 12153415"/>
              <a:gd name="connsiteY259" fmla="*/ 0 h 972000"/>
              <a:gd name="connsiteX260" fmla="*/ 7072133 w 12153415"/>
              <a:gd name="connsiteY260" fmla="*/ 900000 h 972000"/>
              <a:gd name="connsiteX261" fmla="*/ 7002685 w 12153415"/>
              <a:gd name="connsiteY261" fmla="*/ 900000 h 972000"/>
              <a:gd name="connsiteX262" fmla="*/ 7002685 w 12153415"/>
              <a:gd name="connsiteY262" fmla="*/ 0 h 972000"/>
              <a:gd name="connsiteX263" fmla="*/ 7072133 w 12153415"/>
              <a:gd name="connsiteY263" fmla="*/ 0 h 972000"/>
              <a:gd name="connsiteX264" fmla="*/ 3738624 w 12153415"/>
              <a:gd name="connsiteY264" fmla="*/ 972000 h 972000"/>
              <a:gd name="connsiteX265" fmla="*/ 3669176 w 12153415"/>
              <a:gd name="connsiteY265" fmla="*/ 972000 h 972000"/>
              <a:gd name="connsiteX266" fmla="*/ 3669176 w 12153415"/>
              <a:gd name="connsiteY266" fmla="*/ 0 h 972000"/>
              <a:gd name="connsiteX267" fmla="*/ 3738624 w 12153415"/>
              <a:gd name="connsiteY267" fmla="*/ 0 h 972000"/>
              <a:gd name="connsiteX268" fmla="*/ 3923818 w 12153415"/>
              <a:gd name="connsiteY268" fmla="*/ 972000 h 972000"/>
              <a:gd name="connsiteX269" fmla="*/ 3854370 w 12153415"/>
              <a:gd name="connsiteY269" fmla="*/ 972000 h 972000"/>
              <a:gd name="connsiteX270" fmla="*/ 3854370 w 12153415"/>
              <a:gd name="connsiteY270" fmla="*/ 0 h 972000"/>
              <a:gd name="connsiteX271" fmla="*/ 3923818 w 12153415"/>
              <a:gd name="connsiteY271" fmla="*/ 0 h 972000"/>
              <a:gd name="connsiteX272" fmla="*/ 9340770 w 12153415"/>
              <a:gd name="connsiteY272" fmla="*/ 972000 h 972000"/>
              <a:gd name="connsiteX273" fmla="*/ 9271322 w 12153415"/>
              <a:gd name="connsiteY273" fmla="*/ 972000 h 972000"/>
              <a:gd name="connsiteX274" fmla="*/ 9271322 w 12153415"/>
              <a:gd name="connsiteY274" fmla="*/ 0 h 972000"/>
              <a:gd name="connsiteX275" fmla="*/ 9340770 w 12153415"/>
              <a:gd name="connsiteY275" fmla="*/ 0 h 972000"/>
              <a:gd name="connsiteX276" fmla="*/ 9525964 w 12153415"/>
              <a:gd name="connsiteY276" fmla="*/ 972000 h 972000"/>
              <a:gd name="connsiteX277" fmla="*/ 9456516 w 12153415"/>
              <a:gd name="connsiteY277" fmla="*/ 972000 h 972000"/>
              <a:gd name="connsiteX278" fmla="*/ 9456516 w 12153415"/>
              <a:gd name="connsiteY278" fmla="*/ 0 h 972000"/>
              <a:gd name="connsiteX279" fmla="*/ 9525964 w 12153415"/>
              <a:gd name="connsiteY279" fmla="*/ 0 h 972000"/>
            </a:gdLst>
            <a:ahLst/>
            <a:cxnLst/>
            <a:rect l="l" t="t" r="r" b="b"/>
            <a:pathLst>
              <a:path w="12153415" h="972000">
                <a:moveTo>
                  <a:pt x="925973" y="540001"/>
                </a:moveTo>
                <a:lnTo>
                  <a:pt x="856526" y="540001"/>
                </a:lnTo>
                <a:lnTo>
                  <a:pt x="856526" y="1"/>
                </a:lnTo>
                <a:lnTo>
                  <a:pt x="925973" y="1"/>
                </a:lnTo>
                <a:close/>
                <a:moveTo>
                  <a:pt x="6551268" y="540001"/>
                </a:moveTo>
                <a:lnTo>
                  <a:pt x="6481822" y="540001"/>
                </a:lnTo>
                <a:lnTo>
                  <a:pt x="6481822" y="1"/>
                </a:lnTo>
                <a:lnTo>
                  <a:pt x="6551268" y="1"/>
                </a:lnTo>
                <a:close/>
                <a:moveTo>
                  <a:pt x="12153415" y="540001"/>
                </a:moveTo>
                <a:lnTo>
                  <a:pt x="12083968" y="540001"/>
                </a:lnTo>
                <a:lnTo>
                  <a:pt x="12083968" y="1"/>
                </a:lnTo>
                <a:lnTo>
                  <a:pt x="12153415" y="1"/>
                </a:lnTo>
                <a:close/>
                <a:moveTo>
                  <a:pt x="567161" y="612001"/>
                </a:moveTo>
                <a:lnTo>
                  <a:pt x="497713" y="612001"/>
                </a:lnTo>
                <a:lnTo>
                  <a:pt x="497713" y="1"/>
                </a:lnTo>
                <a:lnTo>
                  <a:pt x="567161" y="1"/>
                </a:lnTo>
                <a:close/>
                <a:moveTo>
                  <a:pt x="6192456" y="612001"/>
                </a:moveTo>
                <a:lnTo>
                  <a:pt x="6123008" y="612001"/>
                </a:lnTo>
                <a:lnTo>
                  <a:pt x="6123008" y="1"/>
                </a:lnTo>
                <a:lnTo>
                  <a:pt x="6192456" y="1"/>
                </a:lnTo>
                <a:close/>
                <a:moveTo>
                  <a:pt x="11794602" y="612001"/>
                </a:moveTo>
                <a:lnTo>
                  <a:pt x="11725154" y="612001"/>
                </a:lnTo>
                <a:lnTo>
                  <a:pt x="11725154" y="1"/>
                </a:lnTo>
                <a:lnTo>
                  <a:pt x="11794602" y="1"/>
                </a:lnTo>
                <a:close/>
                <a:moveTo>
                  <a:pt x="1111170" y="648001"/>
                </a:moveTo>
                <a:lnTo>
                  <a:pt x="1041722" y="648001"/>
                </a:lnTo>
                <a:lnTo>
                  <a:pt x="1041722" y="1"/>
                </a:lnTo>
                <a:lnTo>
                  <a:pt x="1111170" y="1"/>
                </a:lnTo>
                <a:close/>
                <a:moveTo>
                  <a:pt x="6713317" y="648001"/>
                </a:moveTo>
                <a:lnTo>
                  <a:pt x="6643869" y="648001"/>
                </a:lnTo>
                <a:lnTo>
                  <a:pt x="6643869" y="1"/>
                </a:lnTo>
                <a:lnTo>
                  <a:pt x="6713317" y="1"/>
                </a:lnTo>
                <a:close/>
                <a:moveTo>
                  <a:pt x="231494" y="684001"/>
                </a:moveTo>
                <a:lnTo>
                  <a:pt x="162046" y="684001"/>
                </a:lnTo>
                <a:lnTo>
                  <a:pt x="162047" y="1"/>
                </a:lnTo>
                <a:lnTo>
                  <a:pt x="231495" y="1"/>
                </a:lnTo>
                <a:close/>
                <a:moveTo>
                  <a:pt x="2685327" y="684001"/>
                </a:moveTo>
                <a:lnTo>
                  <a:pt x="2615879" y="684001"/>
                </a:lnTo>
                <a:lnTo>
                  <a:pt x="2615879" y="1"/>
                </a:lnTo>
                <a:lnTo>
                  <a:pt x="2685327" y="1"/>
                </a:lnTo>
                <a:close/>
                <a:moveTo>
                  <a:pt x="2882097" y="684001"/>
                </a:moveTo>
                <a:lnTo>
                  <a:pt x="2812649" y="684001"/>
                </a:lnTo>
                <a:lnTo>
                  <a:pt x="2812649" y="1"/>
                </a:lnTo>
                <a:lnTo>
                  <a:pt x="2882097" y="1"/>
                </a:lnTo>
                <a:close/>
                <a:moveTo>
                  <a:pt x="3044143" y="684001"/>
                </a:moveTo>
                <a:lnTo>
                  <a:pt x="2974695" y="684001"/>
                </a:lnTo>
                <a:lnTo>
                  <a:pt x="2974695" y="1"/>
                </a:lnTo>
                <a:lnTo>
                  <a:pt x="3044143" y="1"/>
                </a:lnTo>
                <a:close/>
                <a:moveTo>
                  <a:pt x="3217762" y="684001"/>
                </a:moveTo>
                <a:lnTo>
                  <a:pt x="3148314" y="684001"/>
                </a:lnTo>
                <a:lnTo>
                  <a:pt x="3148314" y="1"/>
                </a:lnTo>
                <a:lnTo>
                  <a:pt x="3217762" y="1"/>
                </a:lnTo>
                <a:close/>
                <a:moveTo>
                  <a:pt x="4780345" y="684001"/>
                </a:moveTo>
                <a:lnTo>
                  <a:pt x="4710897" y="684001"/>
                </a:lnTo>
                <a:lnTo>
                  <a:pt x="4710897" y="1"/>
                </a:lnTo>
                <a:lnTo>
                  <a:pt x="4780345" y="1"/>
                </a:lnTo>
                <a:close/>
                <a:moveTo>
                  <a:pt x="5139161" y="684001"/>
                </a:moveTo>
                <a:lnTo>
                  <a:pt x="5069713" y="684001"/>
                </a:lnTo>
                <a:lnTo>
                  <a:pt x="5069713" y="1"/>
                </a:lnTo>
                <a:lnTo>
                  <a:pt x="5139161" y="1"/>
                </a:lnTo>
                <a:close/>
                <a:moveTo>
                  <a:pt x="5497974" y="684001"/>
                </a:moveTo>
                <a:lnTo>
                  <a:pt x="5428526" y="684001"/>
                </a:lnTo>
                <a:lnTo>
                  <a:pt x="5428526" y="1"/>
                </a:lnTo>
                <a:lnTo>
                  <a:pt x="5497974" y="1"/>
                </a:lnTo>
                <a:close/>
                <a:moveTo>
                  <a:pt x="5856790" y="684001"/>
                </a:moveTo>
                <a:lnTo>
                  <a:pt x="5787342" y="684001"/>
                </a:lnTo>
                <a:lnTo>
                  <a:pt x="5787343" y="1"/>
                </a:lnTo>
                <a:lnTo>
                  <a:pt x="5856791" y="1"/>
                </a:lnTo>
                <a:close/>
                <a:moveTo>
                  <a:pt x="8287472" y="684001"/>
                </a:moveTo>
                <a:lnTo>
                  <a:pt x="8218025" y="684001"/>
                </a:lnTo>
                <a:lnTo>
                  <a:pt x="8218025" y="1"/>
                </a:lnTo>
                <a:lnTo>
                  <a:pt x="8287472" y="1"/>
                </a:lnTo>
                <a:close/>
                <a:moveTo>
                  <a:pt x="8484243" y="684001"/>
                </a:moveTo>
                <a:lnTo>
                  <a:pt x="8414794" y="684001"/>
                </a:lnTo>
                <a:lnTo>
                  <a:pt x="8414794" y="1"/>
                </a:lnTo>
                <a:lnTo>
                  <a:pt x="8484243" y="1"/>
                </a:lnTo>
                <a:close/>
                <a:moveTo>
                  <a:pt x="8646289" y="684001"/>
                </a:moveTo>
                <a:lnTo>
                  <a:pt x="8576840" y="684001"/>
                </a:lnTo>
                <a:lnTo>
                  <a:pt x="8576840" y="1"/>
                </a:lnTo>
                <a:lnTo>
                  <a:pt x="8646289" y="1"/>
                </a:lnTo>
                <a:close/>
                <a:moveTo>
                  <a:pt x="8819908" y="684001"/>
                </a:moveTo>
                <a:lnTo>
                  <a:pt x="8750460" y="684001"/>
                </a:lnTo>
                <a:lnTo>
                  <a:pt x="8750460" y="1"/>
                </a:lnTo>
                <a:lnTo>
                  <a:pt x="8819908" y="1"/>
                </a:lnTo>
                <a:close/>
                <a:moveTo>
                  <a:pt x="10382491" y="684001"/>
                </a:moveTo>
                <a:lnTo>
                  <a:pt x="10313043" y="684001"/>
                </a:lnTo>
                <a:lnTo>
                  <a:pt x="10313043" y="1"/>
                </a:lnTo>
                <a:lnTo>
                  <a:pt x="10382491" y="1"/>
                </a:lnTo>
                <a:close/>
                <a:moveTo>
                  <a:pt x="10741307" y="684001"/>
                </a:moveTo>
                <a:lnTo>
                  <a:pt x="10671859" y="684001"/>
                </a:lnTo>
                <a:lnTo>
                  <a:pt x="10671859" y="1"/>
                </a:lnTo>
                <a:lnTo>
                  <a:pt x="10741307" y="1"/>
                </a:lnTo>
                <a:close/>
                <a:moveTo>
                  <a:pt x="11100120" y="684001"/>
                </a:moveTo>
                <a:lnTo>
                  <a:pt x="11030672" y="684001"/>
                </a:lnTo>
                <a:lnTo>
                  <a:pt x="11030672" y="1"/>
                </a:lnTo>
                <a:lnTo>
                  <a:pt x="11100120" y="1"/>
                </a:lnTo>
                <a:close/>
                <a:moveTo>
                  <a:pt x="11458936" y="684001"/>
                </a:moveTo>
                <a:lnTo>
                  <a:pt x="11389488" y="684001"/>
                </a:lnTo>
                <a:lnTo>
                  <a:pt x="11389489" y="1"/>
                </a:lnTo>
                <a:lnTo>
                  <a:pt x="11458937" y="1"/>
                </a:lnTo>
                <a:close/>
                <a:moveTo>
                  <a:pt x="763931" y="720001"/>
                </a:moveTo>
                <a:lnTo>
                  <a:pt x="694483" y="720001"/>
                </a:lnTo>
                <a:lnTo>
                  <a:pt x="694483" y="1"/>
                </a:lnTo>
                <a:lnTo>
                  <a:pt x="763931" y="1"/>
                </a:lnTo>
                <a:close/>
                <a:moveTo>
                  <a:pt x="6389226" y="720001"/>
                </a:moveTo>
                <a:lnTo>
                  <a:pt x="6319778" y="720001"/>
                </a:lnTo>
                <a:lnTo>
                  <a:pt x="6319778" y="1"/>
                </a:lnTo>
                <a:lnTo>
                  <a:pt x="6389226" y="1"/>
                </a:lnTo>
                <a:close/>
                <a:moveTo>
                  <a:pt x="11991372" y="720001"/>
                </a:moveTo>
                <a:lnTo>
                  <a:pt x="11921924" y="720001"/>
                </a:lnTo>
                <a:lnTo>
                  <a:pt x="11921924" y="1"/>
                </a:lnTo>
                <a:lnTo>
                  <a:pt x="11991372" y="1"/>
                </a:lnTo>
                <a:close/>
                <a:moveTo>
                  <a:pt x="69448" y="755409"/>
                </a:moveTo>
                <a:lnTo>
                  <a:pt x="0" y="755409"/>
                </a:lnTo>
                <a:lnTo>
                  <a:pt x="1" y="0"/>
                </a:lnTo>
                <a:lnTo>
                  <a:pt x="69449" y="0"/>
                </a:lnTo>
                <a:close/>
                <a:moveTo>
                  <a:pt x="405115" y="755409"/>
                </a:moveTo>
                <a:lnTo>
                  <a:pt x="335667" y="755409"/>
                </a:lnTo>
                <a:lnTo>
                  <a:pt x="335667" y="0"/>
                </a:lnTo>
                <a:lnTo>
                  <a:pt x="405115" y="0"/>
                </a:lnTo>
                <a:close/>
                <a:moveTo>
                  <a:pt x="1273216" y="755409"/>
                </a:moveTo>
                <a:lnTo>
                  <a:pt x="1203768" y="755409"/>
                </a:lnTo>
                <a:lnTo>
                  <a:pt x="1203768" y="0"/>
                </a:lnTo>
                <a:lnTo>
                  <a:pt x="1273216" y="0"/>
                </a:lnTo>
                <a:close/>
                <a:moveTo>
                  <a:pt x="1632032" y="755409"/>
                </a:moveTo>
                <a:lnTo>
                  <a:pt x="1562584" y="755409"/>
                </a:lnTo>
                <a:lnTo>
                  <a:pt x="1562584" y="0"/>
                </a:lnTo>
                <a:lnTo>
                  <a:pt x="1632032" y="0"/>
                </a:lnTo>
                <a:close/>
                <a:moveTo>
                  <a:pt x="1805651" y="755409"/>
                </a:moveTo>
                <a:lnTo>
                  <a:pt x="1736203" y="755409"/>
                </a:lnTo>
                <a:lnTo>
                  <a:pt x="1736203" y="0"/>
                </a:lnTo>
                <a:lnTo>
                  <a:pt x="1805651" y="0"/>
                </a:lnTo>
                <a:close/>
                <a:moveTo>
                  <a:pt x="2523281" y="755409"/>
                </a:moveTo>
                <a:lnTo>
                  <a:pt x="2453833" y="755409"/>
                </a:lnTo>
                <a:lnTo>
                  <a:pt x="2453833" y="0"/>
                </a:lnTo>
                <a:lnTo>
                  <a:pt x="2523281" y="0"/>
                </a:lnTo>
                <a:close/>
                <a:moveTo>
                  <a:pt x="3379808" y="755409"/>
                </a:moveTo>
                <a:lnTo>
                  <a:pt x="3310360" y="755409"/>
                </a:lnTo>
                <a:lnTo>
                  <a:pt x="3310360" y="0"/>
                </a:lnTo>
                <a:lnTo>
                  <a:pt x="3379808" y="0"/>
                </a:lnTo>
                <a:close/>
                <a:moveTo>
                  <a:pt x="4282634" y="755409"/>
                </a:moveTo>
                <a:lnTo>
                  <a:pt x="4213186" y="755409"/>
                </a:lnTo>
                <a:lnTo>
                  <a:pt x="4213186" y="0"/>
                </a:lnTo>
                <a:lnTo>
                  <a:pt x="4282634" y="0"/>
                </a:lnTo>
                <a:close/>
                <a:moveTo>
                  <a:pt x="4444680" y="755409"/>
                </a:moveTo>
                <a:lnTo>
                  <a:pt x="4375232" y="755409"/>
                </a:lnTo>
                <a:lnTo>
                  <a:pt x="4375232" y="0"/>
                </a:lnTo>
                <a:lnTo>
                  <a:pt x="4444680" y="0"/>
                </a:lnTo>
                <a:close/>
                <a:moveTo>
                  <a:pt x="5335929" y="755409"/>
                </a:moveTo>
                <a:lnTo>
                  <a:pt x="5266481" y="755409"/>
                </a:lnTo>
                <a:lnTo>
                  <a:pt x="5266481" y="0"/>
                </a:lnTo>
                <a:lnTo>
                  <a:pt x="5335929" y="0"/>
                </a:lnTo>
                <a:close/>
                <a:moveTo>
                  <a:pt x="5694744" y="755409"/>
                </a:moveTo>
                <a:lnTo>
                  <a:pt x="5625296" y="755409"/>
                </a:lnTo>
                <a:lnTo>
                  <a:pt x="5625297" y="0"/>
                </a:lnTo>
                <a:lnTo>
                  <a:pt x="5694745" y="0"/>
                </a:lnTo>
                <a:close/>
                <a:moveTo>
                  <a:pt x="6030410" y="755409"/>
                </a:moveTo>
                <a:lnTo>
                  <a:pt x="5960962" y="755409"/>
                </a:lnTo>
                <a:lnTo>
                  <a:pt x="5960962" y="0"/>
                </a:lnTo>
                <a:lnTo>
                  <a:pt x="6030410" y="0"/>
                </a:lnTo>
                <a:close/>
                <a:moveTo>
                  <a:pt x="6875363" y="755409"/>
                </a:moveTo>
                <a:lnTo>
                  <a:pt x="6805915" y="755409"/>
                </a:lnTo>
                <a:lnTo>
                  <a:pt x="6805915" y="0"/>
                </a:lnTo>
                <a:lnTo>
                  <a:pt x="6875363" y="0"/>
                </a:lnTo>
                <a:close/>
                <a:moveTo>
                  <a:pt x="7234178" y="755409"/>
                </a:moveTo>
                <a:lnTo>
                  <a:pt x="7164731" y="755409"/>
                </a:lnTo>
                <a:lnTo>
                  <a:pt x="7164731" y="0"/>
                </a:lnTo>
                <a:lnTo>
                  <a:pt x="7234178" y="0"/>
                </a:lnTo>
                <a:close/>
                <a:moveTo>
                  <a:pt x="7407798" y="755409"/>
                </a:moveTo>
                <a:lnTo>
                  <a:pt x="7338350" y="755409"/>
                </a:lnTo>
                <a:lnTo>
                  <a:pt x="7338350" y="0"/>
                </a:lnTo>
                <a:lnTo>
                  <a:pt x="7407798" y="0"/>
                </a:lnTo>
                <a:close/>
                <a:moveTo>
                  <a:pt x="8125427" y="755409"/>
                </a:moveTo>
                <a:lnTo>
                  <a:pt x="8055980" y="755409"/>
                </a:lnTo>
                <a:lnTo>
                  <a:pt x="8055980" y="0"/>
                </a:lnTo>
                <a:lnTo>
                  <a:pt x="8125427" y="0"/>
                </a:lnTo>
                <a:close/>
                <a:moveTo>
                  <a:pt x="8981954" y="755409"/>
                </a:moveTo>
                <a:lnTo>
                  <a:pt x="8912506" y="755409"/>
                </a:lnTo>
                <a:lnTo>
                  <a:pt x="8912506" y="0"/>
                </a:lnTo>
                <a:lnTo>
                  <a:pt x="8981954" y="0"/>
                </a:lnTo>
                <a:close/>
                <a:moveTo>
                  <a:pt x="9884780" y="755409"/>
                </a:moveTo>
                <a:lnTo>
                  <a:pt x="9815332" y="755409"/>
                </a:lnTo>
                <a:lnTo>
                  <a:pt x="9815332" y="0"/>
                </a:lnTo>
                <a:lnTo>
                  <a:pt x="9884780" y="0"/>
                </a:lnTo>
                <a:close/>
                <a:moveTo>
                  <a:pt x="10046826" y="755409"/>
                </a:moveTo>
                <a:lnTo>
                  <a:pt x="9977378" y="755409"/>
                </a:lnTo>
                <a:lnTo>
                  <a:pt x="9977378" y="0"/>
                </a:lnTo>
                <a:lnTo>
                  <a:pt x="10046826" y="0"/>
                </a:lnTo>
                <a:close/>
                <a:moveTo>
                  <a:pt x="10938075" y="755409"/>
                </a:moveTo>
                <a:lnTo>
                  <a:pt x="10868627" y="755409"/>
                </a:lnTo>
                <a:lnTo>
                  <a:pt x="10868627" y="0"/>
                </a:lnTo>
                <a:lnTo>
                  <a:pt x="10938075" y="0"/>
                </a:lnTo>
                <a:close/>
                <a:moveTo>
                  <a:pt x="11296890" y="755409"/>
                </a:moveTo>
                <a:lnTo>
                  <a:pt x="11227442" y="755409"/>
                </a:lnTo>
                <a:lnTo>
                  <a:pt x="11227443" y="0"/>
                </a:lnTo>
                <a:lnTo>
                  <a:pt x="11296891" y="0"/>
                </a:lnTo>
                <a:close/>
                <a:moveTo>
                  <a:pt x="11632556" y="755409"/>
                </a:moveTo>
                <a:lnTo>
                  <a:pt x="11563108" y="755409"/>
                </a:lnTo>
                <a:lnTo>
                  <a:pt x="11563108" y="0"/>
                </a:lnTo>
                <a:lnTo>
                  <a:pt x="11632556" y="0"/>
                </a:lnTo>
                <a:close/>
                <a:moveTo>
                  <a:pt x="1967697" y="828000"/>
                </a:moveTo>
                <a:lnTo>
                  <a:pt x="1898249" y="828000"/>
                </a:lnTo>
                <a:lnTo>
                  <a:pt x="1898249" y="0"/>
                </a:lnTo>
                <a:lnTo>
                  <a:pt x="1967697" y="0"/>
                </a:lnTo>
                <a:close/>
                <a:moveTo>
                  <a:pt x="2164467" y="828000"/>
                </a:moveTo>
                <a:lnTo>
                  <a:pt x="2095019" y="828000"/>
                </a:lnTo>
                <a:lnTo>
                  <a:pt x="2095019" y="0"/>
                </a:lnTo>
                <a:lnTo>
                  <a:pt x="2164467" y="0"/>
                </a:lnTo>
                <a:close/>
                <a:moveTo>
                  <a:pt x="2326513" y="828000"/>
                </a:moveTo>
                <a:lnTo>
                  <a:pt x="2257065" y="828000"/>
                </a:lnTo>
                <a:lnTo>
                  <a:pt x="2257065" y="0"/>
                </a:lnTo>
                <a:lnTo>
                  <a:pt x="2326513" y="0"/>
                </a:lnTo>
                <a:close/>
                <a:moveTo>
                  <a:pt x="7569844" y="828000"/>
                </a:moveTo>
                <a:lnTo>
                  <a:pt x="7500395" y="828000"/>
                </a:lnTo>
                <a:lnTo>
                  <a:pt x="7500395" y="0"/>
                </a:lnTo>
                <a:lnTo>
                  <a:pt x="7569844" y="0"/>
                </a:lnTo>
                <a:close/>
                <a:moveTo>
                  <a:pt x="7766614" y="828000"/>
                </a:moveTo>
                <a:lnTo>
                  <a:pt x="7697166" y="828000"/>
                </a:lnTo>
                <a:lnTo>
                  <a:pt x="7697166" y="0"/>
                </a:lnTo>
                <a:lnTo>
                  <a:pt x="7766614" y="0"/>
                </a:lnTo>
                <a:close/>
                <a:moveTo>
                  <a:pt x="7928660" y="828000"/>
                </a:moveTo>
                <a:lnTo>
                  <a:pt x="7859212" y="828000"/>
                </a:lnTo>
                <a:lnTo>
                  <a:pt x="7859212" y="0"/>
                </a:lnTo>
                <a:lnTo>
                  <a:pt x="7928660" y="0"/>
                </a:lnTo>
                <a:close/>
                <a:moveTo>
                  <a:pt x="3576578" y="864000"/>
                </a:moveTo>
                <a:lnTo>
                  <a:pt x="3507130" y="864000"/>
                </a:lnTo>
                <a:lnTo>
                  <a:pt x="3507130" y="0"/>
                </a:lnTo>
                <a:lnTo>
                  <a:pt x="3576578" y="0"/>
                </a:lnTo>
                <a:close/>
                <a:moveTo>
                  <a:pt x="4085864" y="864000"/>
                </a:moveTo>
                <a:lnTo>
                  <a:pt x="4016416" y="864000"/>
                </a:lnTo>
                <a:lnTo>
                  <a:pt x="4016416" y="0"/>
                </a:lnTo>
                <a:lnTo>
                  <a:pt x="4085864" y="0"/>
                </a:lnTo>
                <a:close/>
                <a:moveTo>
                  <a:pt x="4618299" y="864000"/>
                </a:moveTo>
                <a:lnTo>
                  <a:pt x="4548851" y="864000"/>
                </a:lnTo>
                <a:lnTo>
                  <a:pt x="4548851" y="0"/>
                </a:lnTo>
                <a:lnTo>
                  <a:pt x="4618299" y="0"/>
                </a:lnTo>
                <a:close/>
                <a:moveTo>
                  <a:pt x="4977115" y="864000"/>
                </a:moveTo>
                <a:lnTo>
                  <a:pt x="4907667" y="864000"/>
                </a:lnTo>
                <a:lnTo>
                  <a:pt x="4907667" y="0"/>
                </a:lnTo>
                <a:lnTo>
                  <a:pt x="4977115" y="0"/>
                </a:lnTo>
                <a:close/>
                <a:moveTo>
                  <a:pt x="9178723" y="864000"/>
                </a:moveTo>
                <a:lnTo>
                  <a:pt x="9109276" y="864000"/>
                </a:lnTo>
                <a:lnTo>
                  <a:pt x="9109276" y="0"/>
                </a:lnTo>
                <a:lnTo>
                  <a:pt x="9178723" y="0"/>
                </a:lnTo>
                <a:close/>
                <a:moveTo>
                  <a:pt x="9688010" y="864000"/>
                </a:moveTo>
                <a:lnTo>
                  <a:pt x="9618562" y="864000"/>
                </a:lnTo>
                <a:lnTo>
                  <a:pt x="9618562" y="0"/>
                </a:lnTo>
                <a:lnTo>
                  <a:pt x="9688010" y="0"/>
                </a:lnTo>
                <a:close/>
                <a:moveTo>
                  <a:pt x="10220445" y="864000"/>
                </a:moveTo>
                <a:lnTo>
                  <a:pt x="10150997" y="864000"/>
                </a:lnTo>
                <a:lnTo>
                  <a:pt x="10150997" y="0"/>
                </a:lnTo>
                <a:lnTo>
                  <a:pt x="10220445" y="0"/>
                </a:lnTo>
                <a:close/>
                <a:moveTo>
                  <a:pt x="10579261" y="864000"/>
                </a:moveTo>
                <a:lnTo>
                  <a:pt x="10509813" y="864000"/>
                </a:lnTo>
                <a:lnTo>
                  <a:pt x="10509813" y="0"/>
                </a:lnTo>
                <a:lnTo>
                  <a:pt x="10579261" y="0"/>
                </a:lnTo>
                <a:close/>
                <a:moveTo>
                  <a:pt x="1469986" y="900000"/>
                </a:moveTo>
                <a:lnTo>
                  <a:pt x="1400538" y="900000"/>
                </a:lnTo>
                <a:lnTo>
                  <a:pt x="1400538" y="0"/>
                </a:lnTo>
                <a:lnTo>
                  <a:pt x="1469986" y="0"/>
                </a:lnTo>
                <a:close/>
                <a:moveTo>
                  <a:pt x="7072133" y="900000"/>
                </a:moveTo>
                <a:lnTo>
                  <a:pt x="7002685" y="900000"/>
                </a:lnTo>
                <a:lnTo>
                  <a:pt x="7002685" y="0"/>
                </a:lnTo>
                <a:lnTo>
                  <a:pt x="7072133" y="0"/>
                </a:lnTo>
                <a:close/>
                <a:moveTo>
                  <a:pt x="3738624" y="972000"/>
                </a:moveTo>
                <a:lnTo>
                  <a:pt x="3669176" y="972000"/>
                </a:lnTo>
                <a:lnTo>
                  <a:pt x="3669176" y="0"/>
                </a:lnTo>
                <a:lnTo>
                  <a:pt x="3738624" y="0"/>
                </a:lnTo>
                <a:close/>
                <a:moveTo>
                  <a:pt x="3923818" y="972000"/>
                </a:moveTo>
                <a:lnTo>
                  <a:pt x="3854370" y="972000"/>
                </a:lnTo>
                <a:lnTo>
                  <a:pt x="3854370" y="0"/>
                </a:lnTo>
                <a:lnTo>
                  <a:pt x="3923818" y="0"/>
                </a:lnTo>
                <a:close/>
                <a:moveTo>
                  <a:pt x="9340770" y="972000"/>
                </a:moveTo>
                <a:lnTo>
                  <a:pt x="9271322" y="972000"/>
                </a:lnTo>
                <a:lnTo>
                  <a:pt x="9271322" y="0"/>
                </a:lnTo>
                <a:lnTo>
                  <a:pt x="9340770" y="0"/>
                </a:lnTo>
                <a:close/>
                <a:moveTo>
                  <a:pt x="9525964" y="972000"/>
                </a:moveTo>
                <a:lnTo>
                  <a:pt x="9456516" y="972000"/>
                </a:lnTo>
                <a:lnTo>
                  <a:pt x="9456516" y="0"/>
                </a:lnTo>
                <a:lnTo>
                  <a:pt x="9525964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50000"/>
                </a:schemeClr>
              </a:gs>
              <a:gs pos="57000">
                <a:schemeClr val="accent2">
                  <a:lumMod val="60000"/>
                  <a:lumOff val="40000"/>
                  <a:alpha val="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8812" y="1283837"/>
            <a:ext cx="10886435" cy="4735773"/>
          </a:xfrm>
          <a:prstGeom prst="roundRect">
            <a:avLst>
              <a:gd name="adj" fmla="val 0"/>
            </a:avLst>
          </a:prstGeom>
          <a:gradFill>
            <a:gsLst>
              <a:gs pos="72000">
                <a:schemeClr val="bg1"/>
              </a:gs>
              <a:gs pos="100000">
                <a:schemeClr val="bg1">
                  <a:alpha val="34000"/>
                </a:schemeClr>
              </a:gs>
            </a:gsLst>
            <a:lin ang="0" scaled="0"/>
          </a:gradFill>
          <a:ln w="12700" cap="sq">
            <a:gradFill>
              <a:gsLst>
                <a:gs pos="72000">
                  <a:schemeClr val="bg1"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dist="127000" dir="2700000" algn="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2"/>
            </p:custDataLst>
          </p:nvPr>
        </p:nvSpPr>
        <p:spPr>
          <a:xfrm>
            <a:off x="1188425" y="4983732"/>
            <a:ext cx="2039031" cy="49711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3"/>
            </p:custDataLst>
          </p:nvPr>
        </p:nvSpPr>
        <p:spPr>
          <a:xfrm>
            <a:off x="987947" y="4977136"/>
            <a:ext cx="497114" cy="497114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1106633" y="5085011"/>
            <a:ext cx="259743" cy="28136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5"/>
            </p:custDataLst>
          </p:nvPr>
        </p:nvSpPr>
        <p:spPr>
          <a:xfrm>
            <a:off x="2434672" y="5156662"/>
            <a:ext cx="717908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zh-CN" altLang="en-US"/>
              <a:t>黄少</a:t>
            </a:r>
            <a:r>
              <a:rPr kumimoji="1" lang="zh-CN" altLang="en-US"/>
              <a:t>伟</a:t>
            </a:r>
            <a:endParaRPr kumimoji="1" lang="zh-CN" altLang="en-US"/>
          </a:p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6"/>
            </p:custDataLst>
          </p:nvPr>
        </p:nvSpPr>
        <p:spPr>
          <a:xfrm>
            <a:off x="1593318" y="5002992"/>
            <a:ext cx="941322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主讲人：</a:t>
            </a: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7"/>
            </p:custDataLst>
          </p:nvPr>
        </p:nvSpPr>
        <p:spPr>
          <a:xfrm>
            <a:off x="3741241" y="4977136"/>
            <a:ext cx="2039030" cy="49711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5000"/>
            </a:schemeClr>
          </a:solidFill>
          <a:ln w="12700" cap="flat">
            <a:noFill/>
            <a:miter/>
          </a:ln>
          <a:effectLst>
            <a:outerShdw blurRad="381000" dist="317500" dir="2700000" algn="tl" rotWithShape="0">
              <a:schemeClr val="tx1">
                <a:alpha val="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8"/>
            </p:custDataLst>
          </p:nvPr>
        </p:nvSpPr>
        <p:spPr>
          <a:xfrm>
            <a:off x="3540762" y="4977136"/>
            <a:ext cx="497114" cy="497114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9"/>
            </p:custDataLst>
          </p:nvPr>
        </p:nvSpPr>
        <p:spPr>
          <a:xfrm>
            <a:off x="3666890" y="5098387"/>
            <a:ext cx="244857" cy="254611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10"/>
            </p:custDataLst>
          </p:nvPr>
        </p:nvSpPr>
        <p:spPr>
          <a:xfrm>
            <a:off x="4844733" y="5000603"/>
            <a:ext cx="868950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2025.6</a:t>
            </a: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1"/>
            </p:custDataLst>
          </p:nvPr>
        </p:nvSpPr>
        <p:spPr>
          <a:xfrm>
            <a:off x="4219965" y="5008129"/>
            <a:ext cx="896071" cy="458595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时间：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46753" y="954173"/>
            <a:ext cx="3020137" cy="694517"/>
          </a:xfrm>
          <a:prstGeom prst="round1Rect">
            <a:avLst>
              <a:gd name="adj" fmla="val 2392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79943" y="1155288"/>
            <a:ext cx="2353757" cy="29228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270758" y="1296538"/>
            <a:ext cx="4261603" cy="4735773"/>
          </a:xfrm>
          <a:custGeom>
            <a:avLst/>
            <a:gdLst>
              <a:gd name="connsiteX0" fmla="*/ 934497 w 4261603"/>
              <a:gd name="connsiteY0" fmla="*/ 0 h 4735773"/>
              <a:gd name="connsiteX1" fmla="*/ 4261603 w 4261603"/>
              <a:gd name="connsiteY1" fmla="*/ 0 h 4735773"/>
              <a:gd name="connsiteX2" fmla="*/ 4261603 w 4261603"/>
              <a:gd name="connsiteY2" fmla="*/ 4708672 h 4735773"/>
              <a:gd name="connsiteX3" fmla="*/ 4205344 w 4261603"/>
              <a:gd name="connsiteY3" fmla="*/ 4735773 h 4735773"/>
              <a:gd name="connsiteX4" fmla="*/ 1615084 w 4261603"/>
              <a:gd name="connsiteY4" fmla="*/ 4735773 h 4735773"/>
              <a:gd name="connsiteX5" fmla="*/ 1523033 w 4261603"/>
              <a:gd name="connsiteY5" fmla="*/ 4691430 h 4735773"/>
              <a:gd name="connsiteX6" fmla="*/ 0 w 4261603"/>
              <a:gd name="connsiteY6" fmla="*/ 2132463 h 4735773"/>
              <a:gd name="connsiteX7" fmla="*/ 852382 w 4261603"/>
              <a:gd name="connsiteY7" fmla="*/ 74631 h 4735773"/>
            </a:gdLst>
            <a:ahLst/>
            <a:cxnLst/>
            <a:rect l="l" t="t" r="r" b="b"/>
            <a:pathLst>
              <a:path w="4261603" h="4735773">
                <a:moveTo>
                  <a:pt x="934497" y="0"/>
                </a:moveTo>
                <a:lnTo>
                  <a:pt x="4261603" y="0"/>
                </a:lnTo>
                <a:lnTo>
                  <a:pt x="4261603" y="4708672"/>
                </a:lnTo>
                <a:lnTo>
                  <a:pt x="4205344" y="4735773"/>
                </a:lnTo>
                <a:lnTo>
                  <a:pt x="1615084" y="4735773"/>
                </a:lnTo>
                <a:lnTo>
                  <a:pt x="1523033" y="4691430"/>
                </a:lnTo>
                <a:cubicBezTo>
                  <a:pt x="615846" y="4198617"/>
                  <a:pt x="0" y="3237459"/>
                  <a:pt x="0" y="2132463"/>
                </a:cubicBezTo>
                <a:cubicBezTo>
                  <a:pt x="0" y="1328830"/>
                  <a:pt x="325737" y="601276"/>
                  <a:pt x="852382" y="74631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2">
            <a:alphaModFix amt="100000"/>
          </a:blip>
          <a:srcRect l="5419" r="6268" b="878"/>
          <a:stretch>
            <a:fillRect/>
          </a:stretch>
        </p:blipFill>
        <p:spPr>
          <a:xfrm flipH="1">
            <a:off x="6533292" y="1016518"/>
            <a:ext cx="5740500" cy="4853236"/>
          </a:xfrm>
          <a:custGeom>
            <a:avLst/>
            <a:gdLst>
              <a:gd name="connsiteX0" fmla="*/ 7328847 w 7328847"/>
              <a:gd name="connsiteY0" fmla="*/ 0 h 6196084"/>
              <a:gd name="connsiteX1" fmla="*/ 0 w 7328847"/>
              <a:gd name="connsiteY1" fmla="*/ 0 h 6196084"/>
              <a:gd name="connsiteX2" fmla="*/ 0 w 7328847"/>
              <a:gd name="connsiteY2" fmla="*/ 6196084 h 6196084"/>
              <a:gd name="connsiteX3" fmla="*/ 7328847 w 7328847"/>
              <a:gd name="connsiteY3" fmla="*/ 6196084 h 6196084"/>
            </a:gdLst>
            <a:ahLst/>
            <a:cxnLst/>
            <a:rect l="l" t="t" r="r" b="b"/>
            <a:pathLst>
              <a:path w="7328847" h="6196084">
                <a:moveTo>
                  <a:pt x="7328847" y="0"/>
                </a:moveTo>
                <a:lnTo>
                  <a:pt x="0" y="0"/>
                </a:lnTo>
                <a:lnTo>
                  <a:pt x="0" y="6196084"/>
                </a:lnTo>
                <a:lnTo>
                  <a:pt x="7328847" y="619608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" name="标题 1"/>
          <p:cNvSpPr txBox="1"/>
          <p:nvPr/>
        </p:nvSpPr>
        <p:spPr>
          <a:xfrm>
            <a:off x="2502869" y="295399"/>
            <a:ext cx="2015805" cy="1164096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607855" y="4667707"/>
            <a:ext cx="2010622" cy="1161103"/>
          </a:xfrm>
          <a:custGeom>
            <a:avLst/>
            <a:gdLst>
              <a:gd name="connsiteX0" fmla="*/ 162197 w 2660312"/>
              <a:gd name="connsiteY0" fmla="*/ 1724853 h 2314133"/>
              <a:gd name="connsiteX1" fmla="*/ 226630 w 2660312"/>
              <a:gd name="connsiteY1" fmla="*/ 1724853 h 2314133"/>
              <a:gd name="connsiteX2" fmla="*/ 226630 w 2660312"/>
              <a:gd name="connsiteY2" fmla="*/ 2314133 h 2314133"/>
              <a:gd name="connsiteX3" fmla="*/ 162197 w 2660312"/>
              <a:gd name="connsiteY3" fmla="*/ 2314133 h 2314133"/>
              <a:gd name="connsiteX4" fmla="*/ 0 w 2660312"/>
              <a:gd name="connsiteY4" fmla="*/ 1724853 h 2314133"/>
              <a:gd name="connsiteX5" fmla="*/ 64433 w 2660312"/>
              <a:gd name="connsiteY5" fmla="*/ 1724853 h 2314133"/>
              <a:gd name="connsiteX6" fmla="*/ 64433 w 2660312"/>
              <a:gd name="connsiteY6" fmla="*/ 2314133 h 2314133"/>
              <a:gd name="connsiteX7" fmla="*/ 0 w 2660312"/>
              <a:gd name="connsiteY7" fmla="*/ 2314133 h 2314133"/>
              <a:gd name="connsiteX8" fmla="*/ 324394 w 2660312"/>
              <a:gd name="connsiteY8" fmla="*/ 1503680 h 2314133"/>
              <a:gd name="connsiteX9" fmla="*/ 393907 w 2660312"/>
              <a:gd name="connsiteY9" fmla="*/ 1503680 h 2314133"/>
              <a:gd name="connsiteX10" fmla="*/ 393907 w 2660312"/>
              <a:gd name="connsiteY10" fmla="*/ 2314133 h 2314133"/>
              <a:gd name="connsiteX11" fmla="*/ 324394 w 2660312"/>
              <a:gd name="connsiteY11" fmla="*/ 2314133 h 2314133"/>
              <a:gd name="connsiteX12" fmla="*/ 2372725 w 2660312"/>
              <a:gd name="connsiteY12" fmla="*/ 1346200 h 2314133"/>
              <a:gd name="connsiteX13" fmla="*/ 2457478 w 2660312"/>
              <a:gd name="connsiteY13" fmla="*/ 1346200 h 2314133"/>
              <a:gd name="connsiteX14" fmla="*/ 2457478 w 2660312"/>
              <a:gd name="connsiteY14" fmla="*/ 1653733 h 2314133"/>
              <a:gd name="connsiteX15" fmla="*/ 2372725 w 2660312"/>
              <a:gd name="connsiteY15" fmla="*/ 1653733 h 2314133"/>
              <a:gd name="connsiteX16" fmla="*/ 2555239 w 2660312"/>
              <a:gd name="connsiteY16" fmla="*/ 1280160 h 2314133"/>
              <a:gd name="connsiteX17" fmla="*/ 2660312 w 2660312"/>
              <a:gd name="connsiteY17" fmla="*/ 1280160 h 2314133"/>
              <a:gd name="connsiteX18" fmla="*/ 2660312 w 2660312"/>
              <a:gd name="connsiteY18" fmla="*/ 2217613 h 2314133"/>
              <a:gd name="connsiteX19" fmla="*/ 2555239 w 2660312"/>
              <a:gd name="connsiteY19" fmla="*/ 2217613 h 2314133"/>
              <a:gd name="connsiteX20" fmla="*/ 669108 w 2660312"/>
              <a:gd name="connsiteY20" fmla="*/ 1224280 h 2314133"/>
              <a:gd name="connsiteX21" fmla="*/ 753861 w 2660312"/>
              <a:gd name="connsiteY21" fmla="*/ 1224280 h 2314133"/>
              <a:gd name="connsiteX22" fmla="*/ 753861 w 2660312"/>
              <a:gd name="connsiteY22" fmla="*/ 1658813 h 2314133"/>
              <a:gd name="connsiteX23" fmla="*/ 669108 w 2660312"/>
              <a:gd name="connsiteY23" fmla="*/ 1658813 h 2314133"/>
              <a:gd name="connsiteX24" fmla="*/ 2200368 w 2660312"/>
              <a:gd name="connsiteY24" fmla="*/ 1041400 h 2314133"/>
              <a:gd name="connsiteX25" fmla="*/ 2274961 w 2660312"/>
              <a:gd name="connsiteY25" fmla="*/ 1041400 h 2314133"/>
              <a:gd name="connsiteX26" fmla="*/ 2274961 w 2660312"/>
              <a:gd name="connsiteY26" fmla="*/ 1806133 h 2314133"/>
              <a:gd name="connsiteX27" fmla="*/ 2200368 w 2660312"/>
              <a:gd name="connsiteY27" fmla="*/ 1806133 h 2314133"/>
              <a:gd name="connsiteX28" fmla="*/ 851625 w 2660312"/>
              <a:gd name="connsiteY28" fmla="*/ 777240 h 2314133"/>
              <a:gd name="connsiteX29" fmla="*/ 926218 w 2660312"/>
              <a:gd name="connsiteY29" fmla="*/ 777240 h 2314133"/>
              <a:gd name="connsiteX30" fmla="*/ 926218 w 2660312"/>
              <a:gd name="connsiteY30" fmla="*/ 2273493 h 2314133"/>
              <a:gd name="connsiteX31" fmla="*/ 851625 w 2660312"/>
              <a:gd name="connsiteY31" fmla="*/ 2273493 h 2314133"/>
              <a:gd name="connsiteX32" fmla="*/ 491671 w 2660312"/>
              <a:gd name="connsiteY32" fmla="*/ 777240 h 2314133"/>
              <a:gd name="connsiteX33" fmla="*/ 571344 w 2660312"/>
              <a:gd name="connsiteY33" fmla="*/ 777240 h 2314133"/>
              <a:gd name="connsiteX34" fmla="*/ 571344 w 2660312"/>
              <a:gd name="connsiteY34" fmla="*/ 2075373 h 2314133"/>
              <a:gd name="connsiteX35" fmla="*/ 491671 w 2660312"/>
              <a:gd name="connsiteY35" fmla="*/ 2075373 h 2314133"/>
              <a:gd name="connsiteX36" fmla="*/ 1023982 w 2660312"/>
              <a:gd name="connsiteY36" fmla="*/ 665480 h 2314133"/>
              <a:gd name="connsiteX37" fmla="*/ 1123976 w 2660312"/>
              <a:gd name="connsiteY37" fmla="*/ 665480 h 2314133"/>
              <a:gd name="connsiteX38" fmla="*/ 1123976 w 2660312"/>
              <a:gd name="connsiteY38" fmla="*/ 1465773 h 2314133"/>
              <a:gd name="connsiteX39" fmla="*/ 1023982 w 2660312"/>
              <a:gd name="connsiteY39" fmla="*/ 1465773 h 2314133"/>
              <a:gd name="connsiteX40" fmla="*/ 1419498 w 2660312"/>
              <a:gd name="connsiteY40" fmla="*/ 513080 h 2314133"/>
              <a:gd name="connsiteX41" fmla="*/ 1504251 w 2660312"/>
              <a:gd name="connsiteY41" fmla="*/ 513080 h 2314133"/>
              <a:gd name="connsiteX42" fmla="*/ 1504251 w 2660312"/>
              <a:gd name="connsiteY42" fmla="*/ 947613 h 2314133"/>
              <a:gd name="connsiteX43" fmla="*/ 1419498 w 2660312"/>
              <a:gd name="connsiteY43" fmla="*/ 947613 h 2314133"/>
              <a:gd name="connsiteX44" fmla="*/ 1602015 w 2660312"/>
              <a:gd name="connsiteY44" fmla="*/ 335280 h 2314133"/>
              <a:gd name="connsiteX45" fmla="*/ 1702009 w 2660312"/>
              <a:gd name="connsiteY45" fmla="*/ 335280 h 2314133"/>
              <a:gd name="connsiteX46" fmla="*/ 1702009 w 2660312"/>
              <a:gd name="connsiteY46" fmla="*/ 1135573 h 2314133"/>
              <a:gd name="connsiteX47" fmla="*/ 1602015 w 2660312"/>
              <a:gd name="connsiteY47" fmla="*/ 1135573 h 2314133"/>
              <a:gd name="connsiteX48" fmla="*/ 1997531 w 2660312"/>
              <a:gd name="connsiteY48" fmla="*/ 330200 h 2314133"/>
              <a:gd name="connsiteX49" fmla="*/ 2102604 w 2660312"/>
              <a:gd name="connsiteY49" fmla="*/ 330200 h 2314133"/>
              <a:gd name="connsiteX50" fmla="*/ 2102604 w 2660312"/>
              <a:gd name="connsiteY50" fmla="*/ 1267653 h 2314133"/>
              <a:gd name="connsiteX51" fmla="*/ 1997531 w 2660312"/>
              <a:gd name="connsiteY51" fmla="*/ 1267653 h 2314133"/>
              <a:gd name="connsiteX52" fmla="*/ 1221740 w 2660312"/>
              <a:gd name="connsiteY52" fmla="*/ 228600 h 2314133"/>
              <a:gd name="connsiteX53" fmla="*/ 1321734 w 2660312"/>
              <a:gd name="connsiteY53" fmla="*/ 228600 h 2314133"/>
              <a:gd name="connsiteX54" fmla="*/ 1321734 w 2660312"/>
              <a:gd name="connsiteY54" fmla="*/ 1028893 h 2314133"/>
              <a:gd name="connsiteX55" fmla="*/ 1221740 w 2660312"/>
              <a:gd name="connsiteY55" fmla="*/ 1028893 h 2314133"/>
              <a:gd name="connsiteX56" fmla="*/ 1799773 w 2660312"/>
              <a:gd name="connsiteY56" fmla="*/ 0 h 2314133"/>
              <a:gd name="connsiteX57" fmla="*/ 1899767 w 2660312"/>
              <a:gd name="connsiteY57" fmla="*/ 0 h 2314133"/>
              <a:gd name="connsiteX58" fmla="*/ 1899767 w 2660312"/>
              <a:gd name="connsiteY58" fmla="*/ 800293 h 2314133"/>
              <a:gd name="connsiteX59" fmla="*/ 1799773 w 2660312"/>
              <a:gd name="connsiteY59" fmla="*/ 800293 h 2314133"/>
            </a:gdLst>
            <a:ahLst/>
            <a:cxnLst/>
            <a:rect l="l" t="t" r="r" b="b"/>
            <a:pathLst>
              <a:path w="2660312" h="2314133">
                <a:moveTo>
                  <a:pt x="162197" y="1724853"/>
                </a:moveTo>
                <a:lnTo>
                  <a:pt x="226630" y="1724853"/>
                </a:lnTo>
                <a:lnTo>
                  <a:pt x="226630" y="2314133"/>
                </a:lnTo>
                <a:lnTo>
                  <a:pt x="162197" y="2314133"/>
                </a:lnTo>
                <a:close/>
                <a:moveTo>
                  <a:pt x="0" y="1724853"/>
                </a:moveTo>
                <a:lnTo>
                  <a:pt x="64433" y="1724853"/>
                </a:lnTo>
                <a:lnTo>
                  <a:pt x="64433" y="2314133"/>
                </a:lnTo>
                <a:lnTo>
                  <a:pt x="0" y="2314133"/>
                </a:lnTo>
                <a:close/>
                <a:moveTo>
                  <a:pt x="324394" y="1503680"/>
                </a:moveTo>
                <a:lnTo>
                  <a:pt x="393907" y="1503680"/>
                </a:lnTo>
                <a:lnTo>
                  <a:pt x="393907" y="2314133"/>
                </a:lnTo>
                <a:lnTo>
                  <a:pt x="324394" y="2314133"/>
                </a:lnTo>
                <a:close/>
                <a:moveTo>
                  <a:pt x="2372725" y="1346200"/>
                </a:moveTo>
                <a:lnTo>
                  <a:pt x="2457478" y="1346200"/>
                </a:lnTo>
                <a:lnTo>
                  <a:pt x="2457478" y="1653733"/>
                </a:lnTo>
                <a:lnTo>
                  <a:pt x="2372725" y="1653733"/>
                </a:lnTo>
                <a:close/>
                <a:moveTo>
                  <a:pt x="2555239" y="1280160"/>
                </a:moveTo>
                <a:lnTo>
                  <a:pt x="2660312" y="1280160"/>
                </a:lnTo>
                <a:lnTo>
                  <a:pt x="2660312" y="2217613"/>
                </a:lnTo>
                <a:lnTo>
                  <a:pt x="2555239" y="2217613"/>
                </a:lnTo>
                <a:close/>
                <a:moveTo>
                  <a:pt x="669108" y="1224280"/>
                </a:moveTo>
                <a:lnTo>
                  <a:pt x="753861" y="1224280"/>
                </a:lnTo>
                <a:lnTo>
                  <a:pt x="753861" y="1658813"/>
                </a:lnTo>
                <a:lnTo>
                  <a:pt x="669108" y="1658813"/>
                </a:lnTo>
                <a:close/>
                <a:moveTo>
                  <a:pt x="2200368" y="1041400"/>
                </a:moveTo>
                <a:lnTo>
                  <a:pt x="2274961" y="1041400"/>
                </a:lnTo>
                <a:lnTo>
                  <a:pt x="2274961" y="1806133"/>
                </a:lnTo>
                <a:lnTo>
                  <a:pt x="2200368" y="1806133"/>
                </a:lnTo>
                <a:close/>
                <a:moveTo>
                  <a:pt x="851625" y="777240"/>
                </a:moveTo>
                <a:lnTo>
                  <a:pt x="926218" y="777240"/>
                </a:lnTo>
                <a:lnTo>
                  <a:pt x="926218" y="2273493"/>
                </a:lnTo>
                <a:lnTo>
                  <a:pt x="851625" y="2273493"/>
                </a:lnTo>
                <a:close/>
                <a:moveTo>
                  <a:pt x="491671" y="777240"/>
                </a:moveTo>
                <a:lnTo>
                  <a:pt x="571344" y="777240"/>
                </a:lnTo>
                <a:lnTo>
                  <a:pt x="571344" y="2075373"/>
                </a:lnTo>
                <a:lnTo>
                  <a:pt x="491671" y="2075373"/>
                </a:lnTo>
                <a:close/>
                <a:moveTo>
                  <a:pt x="1023982" y="665480"/>
                </a:moveTo>
                <a:lnTo>
                  <a:pt x="1123976" y="665480"/>
                </a:lnTo>
                <a:lnTo>
                  <a:pt x="1123976" y="1465773"/>
                </a:lnTo>
                <a:lnTo>
                  <a:pt x="1023982" y="1465773"/>
                </a:lnTo>
                <a:close/>
                <a:moveTo>
                  <a:pt x="1419498" y="513080"/>
                </a:moveTo>
                <a:lnTo>
                  <a:pt x="1504251" y="513080"/>
                </a:lnTo>
                <a:lnTo>
                  <a:pt x="1504251" y="947613"/>
                </a:lnTo>
                <a:lnTo>
                  <a:pt x="1419498" y="947613"/>
                </a:lnTo>
                <a:close/>
                <a:moveTo>
                  <a:pt x="1602015" y="335280"/>
                </a:moveTo>
                <a:lnTo>
                  <a:pt x="1702009" y="335280"/>
                </a:lnTo>
                <a:lnTo>
                  <a:pt x="1702009" y="1135573"/>
                </a:lnTo>
                <a:lnTo>
                  <a:pt x="1602015" y="1135573"/>
                </a:lnTo>
                <a:close/>
                <a:moveTo>
                  <a:pt x="1997531" y="330200"/>
                </a:moveTo>
                <a:lnTo>
                  <a:pt x="2102604" y="330200"/>
                </a:lnTo>
                <a:lnTo>
                  <a:pt x="2102604" y="1267653"/>
                </a:lnTo>
                <a:lnTo>
                  <a:pt x="1997531" y="1267653"/>
                </a:lnTo>
                <a:close/>
                <a:moveTo>
                  <a:pt x="1221740" y="228600"/>
                </a:moveTo>
                <a:lnTo>
                  <a:pt x="1321734" y="228600"/>
                </a:lnTo>
                <a:lnTo>
                  <a:pt x="1321734" y="1028893"/>
                </a:lnTo>
                <a:lnTo>
                  <a:pt x="1221740" y="1028893"/>
                </a:lnTo>
                <a:close/>
                <a:moveTo>
                  <a:pt x="1799773" y="0"/>
                </a:moveTo>
                <a:lnTo>
                  <a:pt x="1899767" y="0"/>
                </a:lnTo>
                <a:lnTo>
                  <a:pt x="1899767" y="800293"/>
                </a:lnTo>
                <a:lnTo>
                  <a:pt x="1799773" y="80029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6000">
                <a:schemeClr val="accent2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74300" y="2272884"/>
            <a:ext cx="5477200" cy="185793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erif SC Bold" panose="02020700000000000000" charset="-122"/>
                <a:ea typeface="Source Han Serif SC Bold" panose="02020700000000000000" charset="-122"/>
                <a:cs typeface="Source Han Serif SC Bold" panose="02020700000000000000" charset="-122"/>
              </a:rPr>
              <a:t>谢谢大家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87450" y="4287697"/>
            <a:ext cx="5499996" cy="390932"/>
          </a:xfrm>
          <a:prstGeom prst="roundRect">
            <a:avLst>
              <a:gd name="adj" fmla="val 50000"/>
            </a:avLst>
          </a:prstGeom>
          <a:gradFill>
            <a:gsLst>
              <a:gs pos="48000">
                <a:schemeClr val="accent2"/>
              </a:gs>
              <a:gs pos="100000">
                <a:schemeClr val="accent2">
                  <a:lumMod val="40000"/>
                  <a:lumOff val="6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083786" y="4362556"/>
            <a:ext cx="5026621" cy="25225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POWERPOINT DESIGN</a:t>
            </a:r>
            <a:endParaRPr kumimoji="1" lang="zh-CN" altLang="en-US"/>
          </a:p>
        </p:txBody>
      </p:sp>
      <p:cxnSp>
        <p:nvCxnSpPr>
          <p:cNvPr id="25" name="标题 1"/>
          <p:cNvCxnSpPr/>
          <p:nvPr/>
        </p:nvCxnSpPr>
        <p:spPr>
          <a:xfrm>
            <a:off x="3546297" y="4489376"/>
            <a:ext cx="2663434" cy="0"/>
          </a:xfrm>
          <a:prstGeom prst="lin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4000"/>
                  </a:schemeClr>
                </a:gs>
              </a:gsLst>
              <a:lin ang="5400000" scaled="0"/>
            </a:gradFill>
            <a:prstDash val="dash"/>
            <a:miter/>
          </a:ln>
        </p:spPr>
      </p:cxnSp>
      <p:sp>
        <p:nvSpPr>
          <p:cNvPr id="26" name="标题 1"/>
          <p:cNvSpPr txBox="1"/>
          <p:nvPr/>
        </p:nvSpPr>
        <p:spPr>
          <a:xfrm>
            <a:off x="11264636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1334035" y="701490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844117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10909549" y="701490"/>
            <a:ext cx="137688" cy="12977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0423598" y="632101"/>
            <a:ext cx="268552" cy="2685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0490824" y="701490"/>
            <a:ext cx="134100" cy="12977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10003079" y="632101"/>
            <a:ext cx="268552" cy="268552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10077454" y="701490"/>
            <a:ext cx="119802" cy="129774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flipH="1">
            <a:off x="974298" y="2208043"/>
            <a:ext cx="3549650" cy="184150"/>
          </a:xfrm>
          <a:custGeom>
            <a:avLst/>
            <a:gdLst>
              <a:gd name="connsiteX0" fmla="*/ 0 w 3549650"/>
              <a:gd name="connsiteY0" fmla="*/ 0 h 184150"/>
              <a:gd name="connsiteX1" fmla="*/ 3365500 w 3549650"/>
              <a:gd name="connsiteY1" fmla="*/ 0 h 184150"/>
              <a:gd name="connsiteX2" fmla="*/ 3549650 w 3549650"/>
              <a:gd name="connsiteY2" fmla="*/ 184150 h 184150"/>
            </a:gdLst>
            <a:ahLst/>
            <a:cxnLst/>
            <a:rect l="l" t="t" r="r" b="b"/>
            <a:pathLst>
              <a:path w="3549650" h="184150">
                <a:moveTo>
                  <a:pt x="0" y="0"/>
                </a:moveTo>
                <a:lnTo>
                  <a:pt x="3365500" y="0"/>
                </a:lnTo>
                <a:lnTo>
                  <a:pt x="3549650" y="184150"/>
                </a:lnTo>
              </a:path>
            </a:pathLst>
          </a:custGeom>
          <a:noFill/>
          <a:ln w="12700" cap="flat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929215" y="2379354"/>
            <a:ext cx="64770" cy="6477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74_1*a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374_1*i*1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374_1*i*2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3374_1*i*3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3374_1*i*4"/>
  <p:tag name="KSO_WM_TEMPLATE_CATEGORY" val="custom"/>
  <p:tag name="KSO_WM_TEMPLATE_INDEX" val="2023337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1.xml><?xml version="1.0" encoding="utf-8"?>
<p:tagLst xmlns:p="http://schemas.openxmlformats.org/presentationml/2006/main">
  <p:tag name="KSO_WM_SLIDE_ID" val="custom20233374_1"/>
  <p:tag name="KSO_WM_TEMPLATE_SUBCATEGORY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4"/>
  <p:tag name="KSO_WM_SLIDE_LAYOUT" val="a_f"/>
  <p:tag name="KSO_WM_SLIDE_LAYOUT_CNT" val="1_1"/>
  <p:tag name="KSO_WM_SLIDE_TYPE" val="text"/>
  <p:tag name="KSO_WM_SLIDE_SUBTYPE" val="picTxt"/>
  <p:tag name="KSO_WM_SLIDE_SIZE" val="886*445"/>
  <p:tag name="KSO_WM_SLIDE_POSITION" val="37*28"/>
  <p:tag name="KSO_WM_TEMPLATE_MASTER_TYPE" val="0"/>
  <p:tag name="KSO_WM_TEMPLATE_COLOR_TYPE" val="0"/>
</p:tagLst>
</file>

<file path=ppt/tags/tag12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3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4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5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6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7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8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19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0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1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2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3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4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5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6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7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8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29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30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31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32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33.xml><?xml version="1.0" encoding="utf-8"?>
<p:tagLst xmlns:p="http://schemas.openxmlformats.org/presentationml/2006/main">
  <p:tag name="KSO_WM_DIAGRAM_VIRTUALLY_FRAME" val="{&quot;height&quot;:457.874094488189,&quot;left&quot;:1.5,&quot;top&quot;:179.525905511811,&quot;width&quot;:960.25}"/>
</p:tagLst>
</file>

<file path=ppt/tags/tag34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35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36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37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38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39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40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41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42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ags/tag43.xml><?xml version="1.0" encoding="utf-8"?>
<p:tagLst xmlns:p="http://schemas.openxmlformats.org/presentationml/2006/main">
  <p:tag name="KSO_WM_DIAGRAM_VIRTUALLY_FRAME" val="{&quot;height&quot;:39.66220472440941,&quot;left&quot;:77.79110236220473,&quot;top&quot;:391.9004724409449,&quot;width&quot;:377.348346456692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0C0"/>
      </a:accent1>
      <a:accent2>
        <a:srgbClr val="21D8E6"/>
      </a:accent2>
      <a:accent3>
        <a:srgbClr val="0070C0"/>
      </a:accent3>
      <a:accent4>
        <a:srgbClr val="21D8E6"/>
      </a:accent4>
      <a:accent5>
        <a:srgbClr val="0070C0"/>
      </a:accent5>
      <a:accent6>
        <a:srgbClr val="21D8E6"/>
      </a:accent6>
      <a:hlink>
        <a:srgbClr val="0070C0"/>
      </a:hlink>
      <a:folHlink>
        <a:srgbClr val="21D8E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3908</Words>
  <Application>WPS 演示</Application>
  <PresentationFormat/>
  <Paragraphs>208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Source Han Sans</vt:lpstr>
      <vt:lpstr>Source Han Serif SC Bold</vt:lpstr>
      <vt:lpstr>OPPOSans B</vt:lpstr>
      <vt:lpstr>Source Han Sans CN Bold</vt:lpstr>
      <vt:lpstr>微软雅黑</vt:lpstr>
      <vt:lpstr>OPPOSans H</vt:lpstr>
      <vt:lpstr>等线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best</cp:lastModifiedBy>
  <cp:revision>2</cp:revision>
  <dcterms:created xsi:type="dcterms:W3CDTF">2025-06-03T16:51:00Z</dcterms:created>
  <dcterms:modified xsi:type="dcterms:W3CDTF">2025-06-09T06:42:07Z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D8F1C6F680A44828A6C357059E9309E3_13</vt:lpwstr>
  </property>
  <property fmtid="{D5CDD505-2E9C-101B-9397-08002B2CF9AE}" pid="3" name="KSOProductBuildVer">
    <vt:lpwstr>2052-12.1.0.21541</vt:lpwstr>
  </property>
</Properties>
</file>